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8"/>
  </p:notesMasterIdLst>
  <p:sldIdLst>
    <p:sldId id="256" r:id="rId2"/>
    <p:sldId id="262" r:id="rId3"/>
    <p:sldId id="277" r:id="rId4"/>
    <p:sldId id="284" r:id="rId5"/>
    <p:sldId id="275" r:id="rId6"/>
    <p:sldId id="283" r:id="rId7"/>
    <p:sldId id="321" r:id="rId8"/>
    <p:sldId id="287" r:id="rId9"/>
    <p:sldId id="322" r:id="rId10"/>
    <p:sldId id="285" r:id="rId11"/>
    <p:sldId id="323" r:id="rId12"/>
    <p:sldId id="311" r:id="rId13"/>
    <p:sldId id="324" r:id="rId14"/>
    <p:sldId id="325" r:id="rId15"/>
    <p:sldId id="326" r:id="rId16"/>
    <p:sldId id="279" r:id="rId17"/>
  </p:sldIdLst>
  <p:sldSz cx="18288000" cy="10287000"/>
  <p:notesSz cx="6858000" cy="9144000"/>
  <p:embeddedFontLst>
    <p:embeddedFont>
      <p:font typeface="Malgun Gothic" panose="020B0503020000020004" pitchFamily="34" charset="-127"/>
      <p:regular r:id="rId19"/>
      <p:bold r:id="rId20"/>
    </p:embeddedFont>
    <p:embeddedFont>
      <p:font typeface="Myanmar Text" panose="020B0502040204020203" pitchFamily="34" charset="0"/>
      <p:regular r:id="rId21"/>
      <p:bold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93EB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950EC2B-4D7E-4477-98E2-6AE93171336A}" v="686" dt="2026-08-23T19:44:03.96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0" d="100"/>
          <a:sy n="60" d="100"/>
        </p:scale>
        <p:origin x="370"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50CFBD-2DEB-440F-9191-7BCF2F1F3C7B}" type="datetimeFigureOut">
              <a:rPr lang="en-US" smtClean="0"/>
              <a:t>10/16/2026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4245B8-2127-40CB-94F2-866A59635F23}" type="slidenum">
              <a:rPr lang="en-US" smtClean="0"/>
              <a:t>‹#›</a:t>
            </a:fld>
            <a:endParaRPr lang="en-US"/>
          </a:p>
        </p:txBody>
      </p:sp>
    </p:spTree>
    <p:extLst>
      <p:ext uri="{BB962C8B-B14F-4D97-AF65-F5344CB8AC3E}">
        <p14:creationId xmlns:p14="http://schemas.microsoft.com/office/powerpoint/2010/main" val="14713151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
        <p:cNvGrpSpPr/>
        <p:nvPr/>
      </p:nvGrpSpPr>
      <p:grpSpPr>
        <a:xfrm>
          <a:off x="0" y="0"/>
          <a:ext cx="0" cy="0"/>
          <a:chOff x="0" y="0"/>
          <a:chExt cx="0" cy="0"/>
        </a:xfrm>
      </p:grpSpPr>
      <p:sp>
        <p:nvSpPr>
          <p:cNvPr id="28" name="Google Shape;28;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 name="Google Shape;29;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Note:</a:t>
            </a:r>
            <a:endParaRPr/>
          </a:p>
        </p:txBody>
      </p:sp>
      <p:sp>
        <p:nvSpPr>
          <p:cNvPr id="30" name="Google Shape;30;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Malgun Gothic"/>
              <a:buNone/>
            </a:pPr>
            <a:fld id="{00000000-1234-1234-1234-123412341234}" type="slidenum">
              <a:rPr lang="en-US" sz="1200" b="0" i="0" u="none" strike="noStrike" cap="none">
                <a:solidFill>
                  <a:srgbClr val="000000"/>
                </a:solidFill>
                <a:latin typeface="Malgun Gothic"/>
                <a:ea typeface="Malgun Gothic"/>
                <a:cs typeface="Malgun Gothic"/>
                <a:sym typeface="Malgun Gothic"/>
              </a:rPr>
              <a:t>1</a:t>
            </a:fld>
            <a:endParaRPr sz="1200" b="0" i="0" u="none" strike="noStrike" cap="none">
              <a:solidFill>
                <a:srgbClr val="000000"/>
              </a:solidFill>
              <a:latin typeface="Malgun Gothic"/>
              <a:ea typeface="Malgun Gothic"/>
              <a:cs typeface="Malgun Gothic"/>
              <a:sym typeface="Malgun Gothic"/>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
        <p:cNvGrpSpPr/>
        <p:nvPr/>
      </p:nvGrpSpPr>
      <p:grpSpPr>
        <a:xfrm>
          <a:off x="0" y="0"/>
          <a:ext cx="0" cy="0"/>
          <a:chOff x="0" y="0"/>
          <a:chExt cx="0" cy="0"/>
        </a:xfrm>
      </p:grpSpPr>
      <p:sp>
        <p:nvSpPr>
          <p:cNvPr id="44" name="Google Shape;4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 name="Google Shape;45;p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Note:</a:t>
            </a:r>
            <a:endParaRPr/>
          </a:p>
        </p:txBody>
      </p:sp>
      <p:sp>
        <p:nvSpPr>
          <p:cNvPr id="46" name="Google Shape;46;p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
        <p:cNvGrpSpPr/>
        <p:nvPr/>
      </p:nvGrpSpPr>
      <p:grpSpPr>
        <a:xfrm>
          <a:off x="0" y="0"/>
          <a:ext cx="0" cy="0"/>
          <a:chOff x="0" y="0"/>
          <a:chExt cx="0" cy="0"/>
        </a:xfrm>
      </p:grpSpPr>
      <p:sp>
        <p:nvSpPr>
          <p:cNvPr id="35" name="Google Shape;3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 name="Google Shape;36;p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Note:</a:t>
            </a:r>
            <a:endParaRPr/>
          </a:p>
        </p:txBody>
      </p:sp>
      <p:sp>
        <p:nvSpPr>
          <p:cNvPr id="37" name="Google Shape;37;p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
        <p:cNvGrpSpPr/>
        <p:nvPr/>
      </p:nvGrpSpPr>
      <p:grpSpPr>
        <a:xfrm>
          <a:off x="0" y="0"/>
          <a:ext cx="0" cy="0"/>
          <a:chOff x="0" y="0"/>
          <a:chExt cx="0" cy="0"/>
        </a:xfrm>
      </p:grpSpPr>
      <p:sp>
        <p:nvSpPr>
          <p:cNvPr id="44" name="Google Shape;4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 name="Google Shape;45;p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Note:</a:t>
            </a:r>
            <a:endParaRPr/>
          </a:p>
        </p:txBody>
      </p:sp>
      <p:sp>
        <p:nvSpPr>
          <p:cNvPr id="46" name="Google Shape;46;p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extLst>
      <p:ext uri="{BB962C8B-B14F-4D97-AF65-F5344CB8AC3E}">
        <p14:creationId xmlns:p14="http://schemas.microsoft.com/office/powerpoint/2010/main" val="5480604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
        <p:cNvGrpSpPr/>
        <p:nvPr/>
      </p:nvGrpSpPr>
      <p:grpSpPr>
        <a:xfrm>
          <a:off x="0" y="0"/>
          <a:ext cx="0" cy="0"/>
          <a:chOff x="0" y="0"/>
          <a:chExt cx="0" cy="0"/>
        </a:xfrm>
      </p:grpSpPr>
      <p:sp>
        <p:nvSpPr>
          <p:cNvPr id="35" name="Google Shape;3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 name="Google Shape;36;p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Note:</a:t>
            </a:r>
            <a:endParaRPr/>
          </a:p>
        </p:txBody>
      </p:sp>
      <p:sp>
        <p:nvSpPr>
          <p:cNvPr id="37" name="Google Shape;37;p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extLst>
      <p:ext uri="{BB962C8B-B14F-4D97-AF65-F5344CB8AC3E}">
        <p14:creationId xmlns:p14="http://schemas.microsoft.com/office/powerpoint/2010/main" val="7370009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
        <p:cNvGrpSpPr/>
        <p:nvPr/>
      </p:nvGrpSpPr>
      <p:grpSpPr>
        <a:xfrm>
          <a:off x="0" y="0"/>
          <a:ext cx="0" cy="0"/>
          <a:chOff x="0" y="0"/>
          <a:chExt cx="0" cy="0"/>
        </a:xfrm>
      </p:grpSpPr>
      <p:sp>
        <p:nvSpPr>
          <p:cNvPr id="44" name="Google Shape;4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 name="Google Shape;45;p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Note:</a:t>
            </a:r>
            <a:endParaRPr/>
          </a:p>
        </p:txBody>
      </p:sp>
      <p:sp>
        <p:nvSpPr>
          <p:cNvPr id="46" name="Google Shape;46;p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extLst>
      <p:ext uri="{BB962C8B-B14F-4D97-AF65-F5344CB8AC3E}">
        <p14:creationId xmlns:p14="http://schemas.microsoft.com/office/powerpoint/2010/main" val="35035687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
          <a:extLst>
            <a:ext uri="{FF2B5EF4-FFF2-40B4-BE49-F238E27FC236}">
              <a16:creationId xmlns:a16="http://schemas.microsoft.com/office/drawing/2014/main" id="{C1958E53-014C-2996-C465-D950EAB26BA2}"/>
            </a:ext>
          </a:extLst>
        </p:cNvPr>
        <p:cNvGrpSpPr/>
        <p:nvPr/>
      </p:nvGrpSpPr>
      <p:grpSpPr>
        <a:xfrm>
          <a:off x="0" y="0"/>
          <a:ext cx="0" cy="0"/>
          <a:chOff x="0" y="0"/>
          <a:chExt cx="0" cy="0"/>
        </a:xfrm>
      </p:grpSpPr>
      <p:sp>
        <p:nvSpPr>
          <p:cNvPr id="35" name="Google Shape;35;p2:notes">
            <a:extLst>
              <a:ext uri="{FF2B5EF4-FFF2-40B4-BE49-F238E27FC236}">
                <a16:creationId xmlns:a16="http://schemas.microsoft.com/office/drawing/2014/main" id="{17ABE666-9A8D-E695-BDE3-98E05964FB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 name="Google Shape;36;p2:notes">
            <a:extLst>
              <a:ext uri="{FF2B5EF4-FFF2-40B4-BE49-F238E27FC236}">
                <a16:creationId xmlns:a16="http://schemas.microsoft.com/office/drawing/2014/main" id="{C94E4694-C835-03C4-324A-BE6ABB83CDD4}"/>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Note:</a:t>
            </a:r>
            <a:endParaRPr/>
          </a:p>
        </p:txBody>
      </p:sp>
      <p:sp>
        <p:nvSpPr>
          <p:cNvPr id="37" name="Google Shape;37;p2:notes">
            <a:extLst>
              <a:ext uri="{FF2B5EF4-FFF2-40B4-BE49-F238E27FC236}">
                <a16:creationId xmlns:a16="http://schemas.microsoft.com/office/drawing/2014/main" id="{DCFD3807-9417-AD5C-D76A-01E93F9B6788}"/>
              </a:ext>
            </a:extLst>
          </p:cNvPr>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extLst>
      <p:ext uri="{BB962C8B-B14F-4D97-AF65-F5344CB8AC3E}">
        <p14:creationId xmlns:p14="http://schemas.microsoft.com/office/powerpoint/2010/main" val="27778445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
        <p:cNvGrpSpPr/>
        <p:nvPr/>
      </p:nvGrpSpPr>
      <p:grpSpPr>
        <a:xfrm>
          <a:off x="0" y="0"/>
          <a:ext cx="0" cy="0"/>
          <a:chOff x="0" y="0"/>
          <a:chExt cx="0" cy="0"/>
        </a:xfrm>
      </p:grpSpPr>
      <p:sp>
        <p:nvSpPr>
          <p:cNvPr id="44" name="Google Shape;4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 name="Google Shape;45;p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Note:</a:t>
            </a:r>
            <a:endParaRPr/>
          </a:p>
        </p:txBody>
      </p:sp>
      <p:sp>
        <p:nvSpPr>
          <p:cNvPr id="46" name="Google Shape;46;p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extLst>
      <p:ext uri="{BB962C8B-B14F-4D97-AF65-F5344CB8AC3E}">
        <p14:creationId xmlns:p14="http://schemas.microsoft.com/office/powerpoint/2010/main" val="36682795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
          <a:extLst>
            <a:ext uri="{FF2B5EF4-FFF2-40B4-BE49-F238E27FC236}">
              <a16:creationId xmlns:a16="http://schemas.microsoft.com/office/drawing/2014/main" id="{54412D7C-BD6D-BE58-A850-F49D25372201}"/>
            </a:ext>
          </a:extLst>
        </p:cNvPr>
        <p:cNvGrpSpPr/>
        <p:nvPr/>
      </p:nvGrpSpPr>
      <p:grpSpPr>
        <a:xfrm>
          <a:off x="0" y="0"/>
          <a:ext cx="0" cy="0"/>
          <a:chOff x="0" y="0"/>
          <a:chExt cx="0" cy="0"/>
        </a:xfrm>
      </p:grpSpPr>
      <p:sp>
        <p:nvSpPr>
          <p:cNvPr id="35" name="Google Shape;35;p2:notes">
            <a:extLst>
              <a:ext uri="{FF2B5EF4-FFF2-40B4-BE49-F238E27FC236}">
                <a16:creationId xmlns:a16="http://schemas.microsoft.com/office/drawing/2014/main" id="{66F5A32F-E385-4C6A-3FA1-09D198DF3A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 name="Google Shape;36;p2:notes">
            <a:extLst>
              <a:ext uri="{FF2B5EF4-FFF2-40B4-BE49-F238E27FC236}">
                <a16:creationId xmlns:a16="http://schemas.microsoft.com/office/drawing/2014/main" id="{ED107D73-4DDB-0720-EEE5-DBFE2B83A746}"/>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Note:</a:t>
            </a:r>
            <a:endParaRPr/>
          </a:p>
        </p:txBody>
      </p:sp>
      <p:sp>
        <p:nvSpPr>
          <p:cNvPr id="37" name="Google Shape;37;p2:notes">
            <a:extLst>
              <a:ext uri="{FF2B5EF4-FFF2-40B4-BE49-F238E27FC236}">
                <a16:creationId xmlns:a16="http://schemas.microsoft.com/office/drawing/2014/main" id="{23CB94C3-5A06-3FD1-B395-533951687676}"/>
              </a:ext>
            </a:extLst>
          </p:cNvPr>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extLst>
      <p:ext uri="{BB962C8B-B14F-4D97-AF65-F5344CB8AC3E}">
        <p14:creationId xmlns:p14="http://schemas.microsoft.com/office/powerpoint/2010/main" val="21128328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
        <p:cNvGrpSpPr/>
        <p:nvPr/>
      </p:nvGrpSpPr>
      <p:grpSpPr>
        <a:xfrm>
          <a:off x="0" y="0"/>
          <a:ext cx="0" cy="0"/>
          <a:chOff x="0" y="0"/>
          <a:chExt cx="0" cy="0"/>
        </a:xfrm>
      </p:grpSpPr>
      <p:sp>
        <p:nvSpPr>
          <p:cNvPr id="44" name="Google Shape;4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 name="Google Shape;45;p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Note:</a:t>
            </a:r>
            <a:endParaRPr/>
          </a:p>
        </p:txBody>
      </p:sp>
      <p:sp>
        <p:nvSpPr>
          <p:cNvPr id="46" name="Google Shape;46;p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extLst>
      <p:ext uri="{BB962C8B-B14F-4D97-AF65-F5344CB8AC3E}">
        <p14:creationId xmlns:p14="http://schemas.microsoft.com/office/powerpoint/2010/main" val="884759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
          <a:extLst>
            <a:ext uri="{FF2B5EF4-FFF2-40B4-BE49-F238E27FC236}">
              <a16:creationId xmlns:a16="http://schemas.microsoft.com/office/drawing/2014/main" id="{D324E376-B20F-2C58-26F2-49B7DA52642A}"/>
            </a:ext>
          </a:extLst>
        </p:cNvPr>
        <p:cNvGrpSpPr/>
        <p:nvPr/>
      </p:nvGrpSpPr>
      <p:grpSpPr>
        <a:xfrm>
          <a:off x="0" y="0"/>
          <a:ext cx="0" cy="0"/>
          <a:chOff x="0" y="0"/>
          <a:chExt cx="0" cy="0"/>
        </a:xfrm>
      </p:grpSpPr>
      <p:sp>
        <p:nvSpPr>
          <p:cNvPr id="35" name="Google Shape;35;p2:notes">
            <a:extLst>
              <a:ext uri="{FF2B5EF4-FFF2-40B4-BE49-F238E27FC236}">
                <a16:creationId xmlns:a16="http://schemas.microsoft.com/office/drawing/2014/main" id="{D9D74454-6A82-2534-C022-B259B6D9B95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 name="Google Shape;36;p2:notes">
            <a:extLst>
              <a:ext uri="{FF2B5EF4-FFF2-40B4-BE49-F238E27FC236}">
                <a16:creationId xmlns:a16="http://schemas.microsoft.com/office/drawing/2014/main" id="{679A3E2F-6EB6-AB6F-2D61-85DCF89CE484}"/>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Note:</a:t>
            </a:r>
            <a:endParaRPr/>
          </a:p>
        </p:txBody>
      </p:sp>
      <p:sp>
        <p:nvSpPr>
          <p:cNvPr id="37" name="Google Shape;37;p2:notes">
            <a:extLst>
              <a:ext uri="{FF2B5EF4-FFF2-40B4-BE49-F238E27FC236}">
                <a16:creationId xmlns:a16="http://schemas.microsoft.com/office/drawing/2014/main" id="{2B513D24-C216-295B-4024-13034C7EBEF6}"/>
              </a:ext>
            </a:extLst>
          </p:cNvPr>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extLst>
      <p:ext uri="{BB962C8B-B14F-4D97-AF65-F5344CB8AC3E}">
        <p14:creationId xmlns:p14="http://schemas.microsoft.com/office/powerpoint/2010/main" val="32516474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g27b6163dee3_0_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 name="Google Shape;80;g27b6163dee3_0_1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1" name="Google Shape;81;g27b6163dee3_0_1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16</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Interim Cover">
  <p:cSld name="Interim Cover">
    <p:bg>
      <p:bgPr>
        <a:solidFill>
          <a:srgbClr val="193EB0"/>
        </a:solidFill>
        <a:effectLst/>
      </p:bgPr>
    </p:bg>
    <p:spTree>
      <p:nvGrpSpPr>
        <p:cNvPr id="1" name="Shape 10"/>
        <p:cNvGrpSpPr/>
        <p:nvPr/>
      </p:nvGrpSpPr>
      <p:grpSpPr>
        <a:xfrm>
          <a:off x="0" y="0"/>
          <a:ext cx="0" cy="0"/>
          <a:chOff x="0" y="0"/>
          <a:chExt cx="0" cy="0"/>
        </a:xfrm>
      </p:grpSpPr>
      <p:pic>
        <p:nvPicPr>
          <p:cNvPr id="11" name="Google Shape;11;p44"/>
          <p:cNvPicPr preferRelativeResize="0"/>
          <p:nvPr/>
        </p:nvPicPr>
        <p:blipFill rotWithShape="1">
          <a:blip r:embed="rId2">
            <a:alphaModFix/>
          </a:blip>
          <a:srcRect/>
          <a:stretch/>
        </p:blipFill>
        <p:spPr>
          <a:xfrm>
            <a:off x="14643132" y="370513"/>
            <a:ext cx="2952967" cy="786137"/>
          </a:xfrm>
          <a:prstGeom prst="rect">
            <a:avLst/>
          </a:prstGeom>
          <a:noFill/>
          <a:ln>
            <a:noFill/>
          </a:ln>
        </p:spPr>
      </p:pic>
      <p:sp>
        <p:nvSpPr>
          <p:cNvPr id="12" name="Google Shape;12;p44"/>
          <p:cNvSpPr/>
          <p:nvPr/>
        </p:nvSpPr>
        <p:spPr>
          <a:xfrm>
            <a:off x="915806" y="605937"/>
            <a:ext cx="2513353" cy="315288"/>
          </a:xfrm>
          <a:custGeom>
            <a:avLst/>
            <a:gdLst/>
            <a:ahLst/>
            <a:cxnLst/>
            <a:rect l="l" t="t" r="r" b="b"/>
            <a:pathLst>
              <a:path w="2179" h="334" extrusionOk="0">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chemeClr val="lt1"/>
          </a:solidFill>
          <a:ln>
            <a:noFill/>
          </a:ln>
        </p:spPr>
        <p:txBody>
          <a:bodyPr spcFirstLastPara="1" wrap="square" lIns="137138" tIns="68550" rIns="137138" bIns="68550" anchor="t" anchorCtr="0">
            <a:noAutofit/>
          </a:bodyPr>
          <a:lstStyle/>
          <a:p>
            <a:pPr marL="0" marR="0" lvl="0" indent="0" algn="l" rtl="0">
              <a:lnSpc>
                <a:spcPct val="100000"/>
              </a:lnSpc>
              <a:spcBef>
                <a:spcPts val="0"/>
              </a:spcBef>
              <a:spcAft>
                <a:spcPts val="0"/>
              </a:spcAft>
              <a:buClr>
                <a:schemeClr val="dk1"/>
              </a:buClr>
              <a:buSzPts val="1800"/>
              <a:buFont typeface="Calibri"/>
              <a:buNone/>
            </a:pPr>
            <a:endParaRPr sz="2700" b="0" i="0" u="none" strike="noStrike" cap="none">
              <a:solidFill>
                <a:srgbClr val="000000"/>
              </a:solidFill>
              <a:latin typeface="Calibri"/>
              <a:ea typeface="Calibri"/>
              <a:cs typeface="Calibri"/>
              <a:sym typeface="Calibri"/>
            </a:endParaRPr>
          </a:p>
        </p:txBody>
      </p:sp>
    </p:spTree>
    <p:extLst>
      <p:ext uri="{BB962C8B-B14F-4D97-AF65-F5344CB8AC3E}">
        <p14:creationId xmlns:p14="http://schemas.microsoft.com/office/powerpoint/2010/main" val="9744497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15"/>
        <p:cNvGrpSpPr/>
        <p:nvPr/>
      </p:nvGrpSpPr>
      <p:grpSpPr>
        <a:xfrm>
          <a:off x="0" y="0"/>
          <a:ext cx="0" cy="0"/>
          <a:chOff x="0" y="0"/>
          <a:chExt cx="0" cy="0"/>
        </a:xfrm>
      </p:grpSpPr>
      <p:sp>
        <p:nvSpPr>
          <p:cNvPr id="16" name="Google Shape;16;p46"/>
          <p:cNvSpPr/>
          <p:nvPr/>
        </p:nvSpPr>
        <p:spPr>
          <a:xfrm>
            <a:off x="1" y="0"/>
            <a:ext cx="18288000" cy="3105807"/>
          </a:xfrm>
          <a:prstGeom prst="rect">
            <a:avLst/>
          </a:prstGeom>
          <a:solidFill>
            <a:srgbClr val="193EB0"/>
          </a:solidFill>
          <a:ln>
            <a:noFill/>
          </a:ln>
        </p:spPr>
        <p:txBody>
          <a:bodyPr spcFirstLastPara="1" wrap="square" lIns="137138" tIns="68550" rIns="137138" bIns="68550" anchor="ctr" anchorCtr="0">
            <a:noAutofit/>
          </a:bodyPr>
          <a:lstStyle/>
          <a:p>
            <a:pPr marL="0" marR="0" lvl="0" indent="0" algn="ctr" rtl="0">
              <a:spcBef>
                <a:spcPts val="0"/>
              </a:spcBef>
              <a:spcAft>
                <a:spcPts val="0"/>
              </a:spcAft>
              <a:buNone/>
            </a:pPr>
            <a:endParaRPr sz="2700">
              <a:solidFill>
                <a:schemeClr val="lt1"/>
              </a:solidFill>
              <a:latin typeface="Arial"/>
              <a:ea typeface="Arial"/>
              <a:cs typeface="Arial"/>
              <a:sym typeface="Arial"/>
            </a:endParaRPr>
          </a:p>
        </p:txBody>
      </p:sp>
      <p:sp>
        <p:nvSpPr>
          <p:cNvPr id="17" name="Google Shape;17;p46"/>
          <p:cNvSpPr/>
          <p:nvPr/>
        </p:nvSpPr>
        <p:spPr>
          <a:xfrm>
            <a:off x="1057441" y="9533057"/>
            <a:ext cx="5334857" cy="30008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950" b="0">
                <a:solidFill>
                  <a:srgbClr val="7F7F7F"/>
                </a:solidFill>
                <a:latin typeface="Arial"/>
                <a:ea typeface="Arial"/>
                <a:cs typeface="Arial"/>
                <a:sym typeface="Arial"/>
              </a:rPr>
              <a:t>Samsung Innovation Campus</a:t>
            </a:r>
            <a:endParaRPr sz="2700"/>
          </a:p>
        </p:txBody>
      </p:sp>
    </p:spTree>
    <p:extLst>
      <p:ext uri="{BB962C8B-B14F-4D97-AF65-F5344CB8AC3E}">
        <p14:creationId xmlns:p14="http://schemas.microsoft.com/office/powerpoint/2010/main" val="7045199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ront Cover">
  <p:cSld name="Front Cover">
    <p:bg>
      <p:bgPr>
        <a:solidFill>
          <a:srgbClr val="193EB0"/>
        </a:solidFill>
        <a:effectLst/>
      </p:bgPr>
    </p:bg>
    <p:spTree>
      <p:nvGrpSpPr>
        <p:cNvPr id="1" name="Shape 13"/>
        <p:cNvGrpSpPr/>
        <p:nvPr/>
      </p:nvGrpSpPr>
      <p:grpSpPr>
        <a:xfrm>
          <a:off x="0" y="0"/>
          <a:ext cx="0" cy="0"/>
          <a:chOff x="0" y="0"/>
          <a:chExt cx="0" cy="0"/>
        </a:xfrm>
      </p:grpSpPr>
      <p:sp>
        <p:nvSpPr>
          <p:cNvPr id="14" name="Google Shape;14;p45"/>
          <p:cNvSpPr/>
          <p:nvPr/>
        </p:nvSpPr>
        <p:spPr>
          <a:xfrm>
            <a:off x="1057441" y="9533057"/>
            <a:ext cx="5334857" cy="30008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950" b="0" i="0" u="none" strike="noStrike" cap="none">
                <a:solidFill>
                  <a:schemeClr val="lt1"/>
                </a:solidFill>
                <a:latin typeface="Arial"/>
                <a:ea typeface="Arial"/>
                <a:cs typeface="Arial"/>
                <a:sym typeface="Arial"/>
              </a:rPr>
              <a:t>Samsung Innovation Campus</a:t>
            </a:r>
            <a:endParaRPr sz="2700"/>
          </a:p>
        </p:txBody>
      </p:sp>
    </p:spTree>
    <p:extLst>
      <p:ext uri="{BB962C8B-B14F-4D97-AF65-F5344CB8AC3E}">
        <p14:creationId xmlns:p14="http://schemas.microsoft.com/office/powerpoint/2010/main" val="36043072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ack Cover">
  <p:cSld name="Back Cover">
    <p:bg>
      <p:bgPr>
        <a:solidFill>
          <a:srgbClr val="193EB0"/>
        </a:solidFill>
        <a:effectLst/>
      </p:bgPr>
    </p:bg>
    <p:spTree>
      <p:nvGrpSpPr>
        <p:cNvPr id="1" name="Shape 22"/>
        <p:cNvGrpSpPr/>
        <p:nvPr/>
      </p:nvGrpSpPr>
      <p:grpSpPr>
        <a:xfrm>
          <a:off x="0" y="0"/>
          <a:ext cx="0" cy="0"/>
          <a:chOff x="0" y="0"/>
          <a:chExt cx="0" cy="0"/>
        </a:xfrm>
      </p:grpSpPr>
      <p:sp>
        <p:nvSpPr>
          <p:cNvPr id="23" name="Google Shape;23;p48"/>
          <p:cNvSpPr/>
          <p:nvPr/>
        </p:nvSpPr>
        <p:spPr>
          <a:xfrm>
            <a:off x="1095078" y="8446562"/>
            <a:ext cx="17192922" cy="1102866"/>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FFFFFF"/>
              </a:buClr>
              <a:buSzPts val="1000"/>
              <a:buFont typeface="Arial"/>
              <a:buNone/>
            </a:pPr>
            <a:r>
              <a:rPr lang="en-US" sz="1500" b="0" i="0" u="none" strike="noStrike" cap="none">
                <a:solidFill>
                  <a:srgbClr val="FFFFFF"/>
                </a:solidFill>
                <a:latin typeface="Arial"/>
                <a:ea typeface="Arial"/>
                <a:cs typeface="Arial"/>
                <a:sym typeface="Arial"/>
              </a:rPr>
              <a:t>ⓒ2020 SAMSUNG. All rights reserved.</a:t>
            </a:r>
            <a:endParaRPr sz="2700"/>
          </a:p>
          <a:p>
            <a:pPr marL="0" marR="0" lvl="0" indent="0" algn="l" rtl="0">
              <a:lnSpc>
                <a:spcPct val="100000"/>
              </a:lnSpc>
              <a:spcBef>
                <a:spcPts val="900"/>
              </a:spcBef>
              <a:spcAft>
                <a:spcPts val="0"/>
              </a:spcAft>
              <a:buClr>
                <a:srgbClr val="FFFFFF"/>
              </a:buClr>
              <a:buSzPts val="1000"/>
              <a:buFont typeface="Arial"/>
              <a:buNone/>
            </a:pPr>
            <a:r>
              <a:rPr lang="en-US" sz="1500" b="0" i="0" u="none" strike="noStrike" cap="none">
                <a:solidFill>
                  <a:srgbClr val="FFFFFF"/>
                </a:solidFill>
                <a:latin typeface="Arial"/>
                <a:ea typeface="Arial"/>
                <a:cs typeface="Arial"/>
                <a:sym typeface="Arial"/>
              </a:rPr>
              <a:t>Samsung Electronics Corporate Citizenship Office holds the copyright of book.</a:t>
            </a:r>
            <a:endParaRPr sz="2700"/>
          </a:p>
          <a:p>
            <a:pPr marL="0" marR="0" lvl="0" indent="0" algn="l" rtl="0">
              <a:lnSpc>
                <a:spcPct val="100000"/>
              </a:lnSpc>
              <a:spcBef>
                <a:spcPts val="450"/>
              </a:spcBef>
              <a:spcAft>
                <a:spcPts val="0"/>
              </a:spcAft>
              <a:buClr>
                <a:srgbClr val="FFFFFF"/>
              </a:buClr>
              <a:buSzPts val="1000"/>
              <a:buFont typeface="Arial"/>
              <a:buNone/>
            </a:pPr>
            <a:r>
              <a:rPr lang="en-US" sz="1500" b="0" i="0" u="none" strike="noStrike" cap="none">
                <a:solidFill>
                  <a:srgbClr val="FFFFFF"/>
                </a:solidFill>
                <a:latin typeface="Arial"/>
                <a:ea typeface="Arial"/>
                <a:cs typeface="Arial"/>
                <a:sym typeface="Arial"/>
              </a:rPr>
              <a:t>This book is a literary property protected by copyright law so reprint and reproduction without permission are prohibited. </a:t>
            </a:r>
            <a:endParaRPr sz="2700"/>
          </a:p>
          <a:p>
            <a:pPr marL="0" marR="0" lvl="0" indent="0" algn="l" rtl="0">
              <a:lnSpc>
                <a:spcPct val="100000"/>
              </a:lnSpc>
              <a:spcBef>
                <a:spcPts val="0"/>
              </a:spcBef>
              <a:spcAft>
                <a:spcPts val="0"/>
              </a:spcAft>
              <a:buClr>
                <a:srgbClr val="FFFFFF"/>
              </a:buClr>
              <a:buSzPts val="1000"/>
              <a:buFont typeface="Arial"/>
              <a:buNone/>
            </a:pPr>
            <a:r>
              <a:rPr lang="en-US" sz="1500" b="0" i="0" u="none" strike="noStrike" cap="none">
                <a:solidFill>
                  <a:srgbClr val="FFFFFF"/>
                </a:solidFill>
                <a:latin typeface="Arial"/>
                <a:ea typeface="Arial"/>
                <a:cs typeface="Arial"/>
                <a:sym typeface="Arial"/>
              </a:rPr>
              <a:t>To use this book other than the curriculum of Samsung innovation Campus or to use the entire or part of this book, you must receive written consent from copyright holder.</a:t>
            </a:r>
            <a:endParaRPr sz="2700"/>
          </a:p>
        </p:txBody>
      </p:sp>
      <p:sp>
        <p:nvSpPr>
          <p:cNvPr id="24" name="Google Shape;24;p48"/>
          <p:cNvSpPr/>
          <p:nvPr/>
        </p:nvSpPr>
        <p:spPr>
          <a:xfrm>
            <a:off x="14896875" y="605937"/>
            <a:ext cx="2513353" cy="315288"/>
          </a:xfrm>
          <a:custGeom>
            <a:avLst/>
            <a:gdLst/>
            <a:ahLst/>
            <a:cxnLst/>
            <a:rect l="l" t="t" r="r" b="b"/>
            <a:pathLst>
              <a:path w="2179" h="334" extrusionOk="0">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chemeClr val="lt1"/>
          </a:solidFill>
          <a:ln>
            <a:noFill/>
          </a:ln>
        </p:spPr>
        <p:txBody>
          <a:bodyPr spcFirstLastPara="1" wrap="square" lIns="137138" tIns="68550" rIns="137138" bIns="68550" anchor="t" anchorCtr="0">
            <a:noAutofit/>
          </a:bodyPr>
          <a:lstStyle/>
          <a:p>
            <a:pPr marL="0" marR="0" lvl="0" indent="0" algn="l" rtl="0">
              <a:lnSpc>
                <a:spcPct val="100000"/>
              </a:lnSpc>
              <a:spcBef>
                <a:spcPts val="0"/>
              </a:spcBef>
              <a:spcAft>
                <a:spcPts val="0"/>
              </a:spcAft>
              <a:buClr>
                <a:schemeClr val="dk1"/>
              </a:buClr>
              <a:buSzPts val="1800"/>
              <a:buFont typeface="Calibri"/>
              <a:buNone/>
            </a:pPr>
            <a:endParaRPr sz="2700" b="0" i="0" u="none" strike="noStrike" cap="none">
              <a:solidFill>
                <a:srgbClr val="000000"/>
              </a:solidFill>
              <a:latin typeface="Calibri"/>
              <a:ea typeface="Calibri"/>
              <a:cs typeface="Calibri"/>
              <a:sym typeface="Calibri"/>
            </a:endParaRPr>
          </a:p>
        </p:txBody>
      </p:sp>
      <p:pic>
        <p:nvPicPr>
          <p:cNvPr id="25" name="Google Shape;25;p48"/>
          <p:cNvPicPr preferRelativeResize="0"/>
          <p:nvPr/>
        </p:nvPicPr>
        <p:blipFill rotWithShape="1">
          <a:blip r:embed="rId2">
            <a:alphaModFix/>
          </a:blip>
          <a:srcRect/>
          <a:stretch/>
        </p:blipFill>
        <p:spPr>
          <a:xfrm>
            <a:off x="6041182" y="3943319"/>
            <a:ext cx="6205635" cy="1653207"/>
          </a:xfrm>
          <a:prstGeom prst="rect">
            <a:avLst/>
          </a:prstGeom>
          <a:noFill/>
          <a:ln>
            <a:noFill/>
          </a:ln>
        </p:spPr>
      </p:pic>
    </p:spTree>
    <p:extLst>
      <p:ext uri="{BB962C8B-B14F-4D97-AF65-F5344CB8AC3E}">
        <p14:creationId xmlns:p14="http://schemas.microsoft.com/office/powerpoint/2010/main" val="38971014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4" r:id="rId1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
          <p:cNvSpPr/>
          <p:nvPr/>
        </p:nvSpPr>
        <p:spPr>
          <a:xfrm>
            <a:off x="2521462" y="3030992"/>
            <a:ext cx="14699737" cy="1324568"/>
          </a:xfrm>
          <a:prstGeom prst="rect">
            <a:avLst/>
          </a:prstGeom>
          <a:noFill/>
          <a:ln>
            <a:noFill/>
          </a:ln>
        </p:spPr>
        <p:txBody>
          <a:bodyPr spcFirstLastPara="1" wrap="square" lIns="0" tIns="0" rIns="0" bIns="0" anchor="t" anchorCtr="0">
            <a:noAutofit/>
          </a:bodyPr>
          <a:lstStyle/>
          <a:p>
            <a:r>
              <a:rPr lang="en-US" sz="4800" b="1" i="0" dirty="0" err="1">
                <a:solidFill>
                  <a:srgbClr val="FFFFFF"/>
                </a:solidFill>
                <a:effectLst/>
                <a:latin typeface="Myanmar Text" panose="020B0502040204020203" pitchFamily="34" charset="0"/>
                <a:cs typeface="Myanmar Text" panose="020B0502040204020203" pitchFamily="34" charset="0"/>
              </a:rPr>
              <a:t>ChargeSpot</a:t>
            </a:r>
            <a:r>
              <a:rPr lang="en-US" sz="4800" b="1" i="0" dirty="0">
                <a:solidFill>
                  <a:srgbClr val="FFFFFF"/>
                </a:solidFill>
                <a:effectLst/>
                <a:latin typeface="Myanmar Text" panose="020B0502040204020203" pitchFamily="34" charset="0"/>
                <a:cs typeface="Myanmar Text" panose="020B0502040204020203" pitchFamily="34" charset="0"/>
              </a:rPr>
              <a:t> : EV Charging Management System</a:t>
            </a:r>
          </a:p>
          <a:p>
            <a:pPr algn="l"/>
            <a:endParaRPr lang="en-US" sz="4800" b="1" i="0" dirty="0">
              <a:solidFill>
                <a:srgbClr val="FFFFFF"/>
              </a:solidFill>
              <a:effectLst/>
              <a:latin typeface="Myanmar Text" panose="020B0502040204020203" pitchFamily="34" charset="0"/>
              <a:cs typeface="Myanmar Text" panose="020B0502040204020203" pitchFamily="34" charset="0"/>
            </a:endParaRPr>
          </a:p>
        </p:txBody>
      </p:sp>
      <p:sp>
        <p:nvSpPr>
          <p:cNvPr id="3" name="TextBox 2">
            <a:extLst>
              <a:ext uri="{FF2B5EF4-FFF2-40B4-BE49-F238E27FC236}">
                <a16:creationId xmlns:a16="http://schemas.microsoft.com/office/drawing/2014/main" id="{E8C1D468-0F1E-42A1-32BF-F584AA2EBCB0}"/>
              </a:ext>
            </a:extLst>
          </p:cNvPr>
          <p:cNvSpPr txBox="1"/>
          <p:nvPr/>
        </p:nvSpPr>
        <p:spPr>
          <a:xfrm>
            <a:off x="2521542" y="4363152"/>
            <a:ext cx="3879258" cy="30162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571500" indent="-571500">
              <a:buFont typeface="Arial"/>
              <a:buChar char="•"/>
            </a:pPr>
            <a:r>
              <a:rPr lang="en-US" sz="3600" dirty="0">
                <a:solidFill>
                  <a:srgbClr val="00B3E3"/>
                </a:solidFill>
                <a:latin typeface="Calibri"/>
                <a:ea typeface="Calibri"/>
                <a:cs typeface="Calibri"/>
              </a:rPr>
              <a:t>SIC 8</a:t>
            </a:r>
            <a:endParaRPr lang="en-US" sz="3600" dirty="0">
              <a:solidFill>
                <a:srgbClr val="000000"/>
              </a:solidFill>
              <a:latin typeface="Calibri"/>
              <a:ea typeface="Calibri"/>
              <a:cs typeface="Calibri"/>
            </a:endParaRPr>
          </a:p>
          <a:p>
            <a:pPr marL="457200" indent="-457200">
              <a:buFont typeface="Arial"/>
              <a:buChar char="•"/>
            </a:pPr>
            <a:endParaRPr lang="en-US" sz="3200" dirty="0">
              <a:solidFill>
                <a:srgbClr val="00B3E3"/>
              </a:solidFill>
              <a:latin typeface="Arial"/>
              <a:ea typeface="Calibri"/>
              <a:cs typeface="Arial"/>
            </a:endParaRPr>
          </a:p>
          <a:p>
            <a:pPr marL="457200" indent="-457200" algn="l">
              <a:buFont typeface="Arial"/>
              <a:buChar char="•"/>
            </a:pPr>
            <a:r>
              <a:rPr lang="en-US" sz="3200" dirty="0">
                <a:solidFill>
                  <a:srgbClr val="00B3E3"/>
                </a:solidFill>
                <a:latin typeface="Arial"/>
                <a:ea typeface="Calibri"/>
                <a:cs typeface="Arial"/>
              </a:rPr>
              <a:t>CP </a:t>
            </a:r>
            <a:endParaRPr lang="en-US" sz="3200" dirty="0">
              <a:solidFill>
                <a:srgbClr val="000000"/>
              </a:solidFill>
              <a:latin typeface="Arial"/>
              <a:ea typeface="Calibri"/>
              <a:cs typeface="Arial"/>
            </a:endParaRPr>
          </a:p>
          <a:p>
            <a:pPr marL="571500" indent="-571500">
              <a:buFont typeface="Arial"/>
              <a:buChar char="•"/>
            </a:pPr>
            <a:endParaRPr lang="en-US" sz="3600" dirty="0">
              <a:solidFill>
                <a:srgbClr val="00B3E3"/>
              </a:solidFill>
              <a:ea typeface="Calibri"/>
              <a:cs typeface="Calibri"/>
            </a:endParaRPr>
          </a:p>
          <a:p>
            <a:pPr marL="571500" indent="-571500">
              <a:buFont typeface="Arial"/>
              <a:buChar char="•"/>
            </a:pPr>
            <a:r>
              <a:rPr lang="en-US" sz="3600" dirty="0">
                <a:solidFill>
                  <a:srgbClr val="00B3E3"/>
                </a:solidFill>
                <a:ea typeface="Calibri"/>
                <a:cs typeface="Calibri"/>
              </a:rPr>
              <a:t>Team </a:t>
            </a:r>
            <a:r>
              <a:rPr lang="ar-EG" sz="3600" dirty="0">
                <a:solidFill>
                  <a:srgbClr val="00B3E3"/>
                </a:solidFill>
                <a:ea typeface="Calibri"/>
                <a:cs typeface="Calibri"/>
              </a:rPr>
              <a:t>4</a:t>
            </a:r>
            <a:endParaRPr lang="en-US" sz="3600" dirty="0">
              <a:ea typeface="Calibri"/>
              <a:cs typeface="Calibri"/>
            </a:endParaRPr>
          </a:p>
          <a:p>
            <a:endParaRPr lang="en-US" dirty="0">
              <a:ea typeface="Calibri"/>
              <a:cs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7"/>
        <p:cNvGrpSpPr/>
        <p:nvPr/>
      </p:nvGrpSpPr>
      <p:grpSpPr>
        <a:xfrm>
          <a:off x="0" y="0"/>
          <a:ext cx="0" cy="0"/>
          <a:chOff x="0" y="0"/>
          <a:chExt cx="0" cy="0"/>
        </a:xfrm>
      </p:grpSpPr>
      <p:sp>
        <p:nvSpPr>
          <p:cNvPr id="48" name="Google Shape;48;p3"/>
          <p:cNvSpPr/>
          <p:nvPr/>
        </p:nvSpPr>
        <p:spPr>
          <a:xfrm>
            <a:off x="2555082" y="1393442"/>
            <a:ext cx="7433550" cy="769441"/>
          </a:xfrm>
          <a:prstGeom prst="rect">
            <a:avLst/>
          </a:prstGeom>
          <a:noFill/>
          <a:ln>
            <a:noFill/>
          </a:ln>
        </p:spPr>
        <p:txBody>
          <a:bodyPr spcFirstLastPara="1" wrap="square" lIns="0" tIns="0" rIns="0" bIns="0" anchor="t" anchorCtr="0">
            <a:spAutoFit/>
          </a:bodyPr>
          <a:lstStyle/>
          <a:p>
            <a:r>
              <a:rPr lang="en-US" sz="5000" b="1" dirty="0">
                <a:solidFill>
                  <a:schemeClr val="lt1"/>
                </a:solidFill>
              </a:rPr>
              <a:t>Agenda</a:t>
            </a:r>
            <a:endParaRPr sz="5000" b="1" dirty="0"/>
          </a:p>
        </p:txBody>
      </p:sp>
      <p:grpSp>
        <p:nvGrpSpPr>
          <p:cNvPr id="2" name="Google Shape;50;p3">
            <a:extLst>
              <a:ext uri="{FF2B5EF4-FFF2-40B4-BE49-F238E27FC236}">
                <a16:creationId xmlns:a16="http://schemas.microsoft.com/office/drawing/2014/main" id="{E2B5B782-5B12-44EC-DE2B-CFD7C0363A0A}"/>
              </a:ext>
            </a:extLst>
          </p:cNvPr>
          <p:cNvGrpSpPr/>
          <p:nvPr/>
        </p:nvGrpSpPr>
        <p:grpSpPr>
          <a:xfrm>
            <a:off x="2838827" y="3720831"/>
            <a:ext cx="8553420" cy="417183"/>
            <a:chOff x="571500" y="2336175"/>
            <a:chExt cx="5702280" cy="278122"/>
          </a:xfrm>
        </p:grpSpPr>
        <p:sp>
          <p:nvSpPr>
            <p:cNvPr id="3" name="Google Shape;51;p3">
              <a:extLst>
                <a:ext uri="{FF2B5EF4-FFF2-40B4-BE49-F238E27FC236}">
                  <a16:creationId xmlns:a16="http://schemas.microsoft.com/office/drawing/2014/main" id="{EC9CBDC3-46C4-05CD-6DD5-372C3499F721}"/>
                </a:ext>
              </a:extLst>
            </p:cNvPr>
            <p:cNvSpPr/>
            <p:nvPr/>
          </p:nvSpPr>
          <p:spPr>
            <a:xfrm>
              <a:off x="754380" y="2337298"/>
              <a:ext cx="5519400" cy="276999"/>
            </a:xfrm>
            <a:prstGeom prst="rect">
              <a:avLst/>
            </a:prstGeom>
            <a:noFill/>
            <a:ln>
              <a:noFill/>
            </a:ln>
          </p:spPr>
          <p:txBody>
            <a:bodyPr spcFirstLastPara="1" wrap="square" lIns="0" tIns="0" rIns="0" bIns="0" anchor="ctr" anchorCtr="0">
              <a:spAutoFit/>
            </a:bodyPr>
            <a:lstStyle/>
            <a:p>
              <a:r>
                <a:rPr lang="en-US" sz="2700" b="1" dirty="0">
                  <a:latin typeface="Arial" panose="020B0604020202020204" pitchFamily="34" charset="0"/>
                  <a:cs typeface="Arial" panose="020B0604020202020204" pitchFamily="34" charset="0"/>
                </a:rPr>
                <a:t>Team</a:t>
              </a:r>
              <a:endParaRPr sz="2700" b="1" dirty="0">
                <a:latin typeface="Arial" panose="020B0604020202020204" pitchFamily="34" charset="0"/>
                <a:cs typeface="Arial" panose="020B0604020202020204" pitchFamily="34" charset="0"/>
              </a:endParaRPr>
            </a:p>
          </p:txBody>
        </p:sp>
        <p:sp>
          <p:nvSpPr>
            <p:cNvPr id="4" name="Google Shape;52;p3">
              <a:extLst>
                <a:ext uri="{FF2B5EF4-FFF2-40B4-BE49-F238E27FC236}">
                  <a16:creationId xmlns:a16="http://schemas.microsoft.com/office/drawing/2014/main" id="{C7838699-C280-E980-B759-2787620C175A}"/>
                </a:ext>
              </a:extLst>
            </p:cNvPr>
            <p:cNvSpPr/>
            <p:nvPr/>
          </p:nvSpPr>
          <p:spPr>
            <a:xfrm>
              <a:off x="571500" y="2336175"/>
              <a:ext cx="36000" cy="252000"/>
            </a:xfrm>
            <a:prstGeom prst="rect">
              <a:avLst/>
            </a:prstGeom>
            <a:solidFill>
              <a:srgbClr val="193EB0"/>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17" name="Google Shape;53;p3">
            <a:extLst>
              <a:ext uri="{FF2B5EF4-FFF2-40B4-BE49-F238E27FC236}">
                <a16:creationId xmlns:a16="http://schemas.microsoft.com/office/drawing/2014/main" id="{45390769-5DBD-5D20-6B29-C7D403F2253D}"/>
              </a:ext>
            </a:extLst>
          </p:cNvPr>
          <p:cNvGrpSpPr/>
          <p:nvPr/>
        </p:nvGrpSpPr>
        <p:grpSpPr>
          <a:xfrm>
            <a:off x="2819400" y="4864902"/>
            <a:ext cx="8553420" cy="417185"/>
            <a:chOff x="571500" y="3764860"/>
            <a:chExt cx="5702280" cy="278123"/>
          </a:xfrm>
        </p:grpSpPr>
        <p:sp>
          <p:nvSpPr>
            <p:cNvPr id="18" name="Google Shape;54;p3">
              <a:extLst>
                <a:ext uri="{FF2B5EF4-FFF2-40B4-BE49-F238E27FC236}">
                  <a16:creationId xmlns:a16="http://schemas.microsoft.com/office/drawing/2014/main" id="{F95E8AB1-C86C-5951-0C0A-796069300F7D}"/>
                </a:ext>
              </a:extLst>
            </p:cNvPr>
            <p:cNvSpPr/>
            <p:nvPr/>
          </p:nvSpPr>
          <p:spPr>
            <a:xfrm>
              <a:off x="754380" y="3765984"/>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cs typeface="Arial" panose="020B0604020202020204" pitchFamily="34" charset="0"/>
                </a:rPr>
                <a:t>Introduction</a:t>
              </a:r>
            </a:p>
          </p:txBody>
        </p:sp>
        <p:sp>
          <p:nvSpPr>
            <p:cNvPr id="19" name="Google Shape;55;p3">
              <a:extLst>
                <a:ext uri="{FF2B5EF4-FFF2-40B4-BE49-F238E27FC236}">
                  <a16:creationId xmlns:a16="http://schemas.microsoft.com/office/drawing/2014/main" id="{89D57B8B-FE06-CC1A-1314-83365C8A16D2}"/>
                </a:ext>
              </a:extLst>
            </p:cNvPr>
            <p:cNvSpPr/>
            <p:nvPr/>
          </p:nvSpPr>
          <p:spPr>
            <a:xfrm>
              <a:off x="571500" y="3764860"/>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26" name="Google Shape;53;p3">
            <a:extLst>
              <a:ext uri="{FF2B5EF4-FFF2-40B4-BE49-F238E27FC236}">
                <a16:creationId xmlns:a16="http://schemas.microsoft.com/office/drawing/2014/main" id="{2FD0EABC-52F2-4414-C7E0-16AF5C8B4532}"/>
              </a:ext>
            </a:extLst>
          </p:cNvPr>
          <p:cNvGrpSpPr/>
          <p:nvPr/>
        </p:nvGrpSpPr>
        <p:grpSpPr>
          <a:xfrm>
            <a:off x="2819400" y="4281839"/>
            <a:ext cx="8553420" cy="417185"/>
            <a:chOff x="571500" y="3764860"/>
            <a:chExt cx="5702280" cy="278123"/>
          </a:xfrm>
        </p:grpSpPr>
        <p:sp>
          <p:nvSpPr>
            <p:cNvPr id="27" name="Google Shape;54;p3">
              <a:extLst>
                <a:ext uri="{FF2B5EF4-FFF2-40B4-BE49-F238E27FC236}">
                  <a16:creationId xmlns:a16="http://schemas.microsoft.com/office/drawing/2014/main" id="{C798BA73-F11F-0207-BB46-3A4648622ECF}"/>
                </a:ext>
              </a:extLst>
            </p:cNvPr>
            <p:cNvSpPr/>
            <p:nvPr/>
          </p:nvSpPr>
          <p:spPr>
            <a:xfrm>
              <a:off x="754380" y="3765984"/>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cs typeface="Arial" panose="020B0604020202020204" pitchFamily="34" charset="0"/>
                </a:rPr>
                <a:t>Problem Statement</a:t>
              </a:r>
              <a:endParaRPr lang="en-US" sz="3600" dirty="0">
                <a:solidFill>
                  <a:schemeClr val="tx1">
                    <a:lumMod val="50000"/>
                    <a:lumOff val="50000"/>
                  </a:schemeClr>
                </a:solidFill>
              </a:endParaRPr>
            </a:p>
          </p:txBody>
        </p:sp>
        <p:sp>
          <p:nvSpPr>
            <p:cNvPr id="28" name="Google Shape;55;p3">
              <a:extLst>
                <a:ext uri="{FF2B5EF4-FFF2-40B4-BE49-F238E27FC236}">
                  <a16:creationId xmlns:a16="http://schemas.microsoft.com/office/drawing/2014/main" id="{17C2752D-50A8-62F0-8AA6-11C8C3B9AFF3}"/>
                </a:ext>
              </a:extLst>
            </p:cNvPr>
            <p:cNvSpPr/>
            <p:nvPr/>
          </p:nvSpPr>
          <p:spPr>
            <a:xfrm>
              <a:off x="571500" y="3764860"/>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23" name="Google Shape;59;p3">
            <a:extLst>
              <a:ext uri="{FF2B5EF4-FFF2-40B4-BE49-F238E27FC236}">
                <a16:creationId xmlns:a16="http://schemas.microsoft.com/office/drawing/2014/main" id="{7F7E447A-C5E1-7420-8FBB-3CF4F1A9AD02}"/>
              </a:ext>
            </a:extLst>
          </p:cNvPr>
          <p:cNvGrpSpPr/>
          <p:nvPr/>
        </p:nvGrpSpPr>
        <p:grpSpPr>
          <a:xfrm>
            <a:off x="2819400" y="5418578"/>
            <a:ext cx="8553420" cy="417167"/>
            <a:chOff x="571500" y="5165783"/>
            <a:chExt cx="5702280" cy="278111"/>
          </a:xfrm>
        </p:grpSpPr>
        <p:sp>
          <p:nvSpPr>
            <p:cNvPr id="24" name="Google Shape;60;p3">
              <a:extLst>
                <a:ext uri="{FF2B5EF4-FFF2-40B4-BE49-F238E27FC236}">
                  <a16:creationId xmlns:a16="http://schemas.microsoft.com/office/drawing/2014/main" id="{C343142B-432C-21AC-C3ED-C746402D1775}"/>
                </a:ext>
              </a:extLst>
            </p:cNvPr>
            <p:cNvSpPr/>
            <p:nvPr/>
          </p:nvSpPr>
          <p:spPr>
            <a:xfrm>
              <a:off x="754380" y="5166895"/>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ea typeface="Arial" panose="020B0604020202020204" pitchFamily="34" charset="0"/>
                  <a:cs typeface="Arial" panose="020B0604020202020204" pitchFamily="34" charset="0"/>
                </a:rPr>
                <a:t>Methodology</a:t>
              </a:r>
              <a:endParaRPr lang="en-US" sz="3600" dirty="0">
                <a:solidFill>
                  <a:schemeClr val="tx1">
                    <a:lumMod val="50000"/>
                    <a:lumOff val="50000"/>
                  </a:schemeClr>
                </a:solidFill>
              </a:endParaRPr>
            </a:p>
          </p:txBody>
        </p:sp>
        <p:sp>
          <p:nvSpPr>
            <p:cNvPr id="25" name="Google Shape;61;p3">
              <a:extLst>
                <a:ext uri="{FF2B5EF4-FFF2-40B4-BE49-F238E27FC236}">
                  <a16:creationId xmlns:a16="http://schemas.microsoft.com/office/drawing/2014/main" id="{A929D6BB-1C0E-E7E6-0485-DFC4F9631D13}"/>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29" name="Google Shape;59;p3">
            <a:extLst>
              <a:ext uri="{FF2B5EF4-FFF2-40B4-BE49-F238E27FC236}">
                <a16:creationId xmlns:a16="http://schemas.microsoft.com/office/drawing/2014/main" id="{6B0CC098-F2B6-F4AB-ACA1-ADA8CE90848D}"/>
              </a:ext>
            </a:extLst>
          </p:cNvPr>
          <p:cNvGrpSpPr/>
          <p:nvPr/>
        </p:nvGrpSpPr>
        <p:grpSpPr>
          <a:xfrm>
            <a:off x="2838827" y="6691517"/>
            <a:ext cx="8553420" cy="417186"/>
            <a:chOff x="571500" y="5165783"/>
            <a:chExt cx="5702280" cy="278124"/>
          </a:xfrm>
        </p:grpSpPr>
        <p:sp>
          <p:nvSpPr>
            <p:cNvPr id="30" name="Google Shape;60;p3">
              <a:extLst>
                <a:ext uri="{FF2B5EF4-FFF2-40B4-BE49-F238E27FC236}">
                  <a16:creationId xmlns:a16="http://schemas.microsoft.com/office/drawing/2014/main" id="{5827A87A-FDAA-039B-8499-A0134E71CC44}"/>
                </a:ext>
              </a:extLst>
            </p:cNvPr>
            <p:cNvSpPr/>
            <p:nvPr/>
          </p:nvSpPr>
          <p:spPr>
            <a:xfrm>
              <a:off x="754380" y="5166909"/>
              <a:ext cx="5519400" cy="276998"/>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rPr>
                <a:t>Results and Insights</a:t>
              </a:r>
            </a:p>
          </p:txBody>
        </p:sp>
        <p:sp>
          <p:nvSpPr>
            <p:cNvPr id="31" name="Google Shape;61;p3">
              <a:extLst>
                <a:ext uri="{FF2B5EF4-FFF2-40B4-BE49-F238E27FC236}">
                  <a16:creationId xmlns:a16="http://schemas.microsoft.com/office/drawing/2014/main" id="{8C925EB8-49B2-7445-4CD7-4610E9FC10C2}"/>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dirty="0">
                <a:solidFill>
                  <a:schemeClr val="lt1"/>
                </a:solidFill>
                <a:latin typeface="Calibri"/>
                <a:ea typeface="Calibri"/>
                <a:cs typeface="Calibri"/>
                <a:sym typeface="Calibri"/>
              </a:endParaRPr>
            </a:p>
          </p:txBody>
        </p:sp>
      </p:grpSp>
      <p:grpSp>
        <p:nvGrpSpPr>
          <p:cNvPr id="32" name="Google Shape;59;p3">
            <a:extLst>
              <a:ext uri="{FF2B5EF4-FFF2-40B4-BE49-F238E27FC236}">
                <a16:creationId xmlns:a16="http://schemas.microsoft.com/office/drawing/2014/main" id="{D876FA5B-C218-9A6F-8397-0DE31982F5F2}"/>
              </a:ext>
            </a:extLst>
          </p:cNvPr>
          <p:cNvGrpSpPr/>
          <p:nvPr/>
        </p:nvGrpSpPr>
        <p:grpSpPr>
          <a:xfrm>
            <a:off x="2838827" y="7283645"/>
            <a:ext cx="8553420" cy="417183"/>
            <a:chOff x="571500" y="5165783"/>
            <a:chExt cx="5702280" cy="278122"/>
          </a:xfrm>
        </p:grpSpPr>
        <p:sp>
          <p:nvSpPr>
            <p:cNvPr id="33" name="Google Shape;60;p3">
              <a:extLst>
                <a:ext uri="{FF2B5EF4-FFF2-40B4-BE49-F238E27FC236}">
                  <a16:creationId xmlns:a16="http://schemas.microsoft.com/office/drawing/2014/main" id="{5C09F73E-CCE3-EB94-1BF8-3F91767F5498}"/>
                </a:ext>
              </a:extLst>
            </p:cNvPr>
            <p:cNvSpPr/>
            <p:nvPr/>
          </p:nvSpPr>
          <p:spPr>
            <a:xfrm>
              <a:off x="754380" y="5166906"/>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ea typeface="Arial" panose="020B0604020202020204" pitchFamily="34" charset="0"/>
                  <a:cs typeface="Arial" panose="020B0604020202020204" pitchFamily="34" charset="0"/>
                </a:rPr>
                <a:t>Conclusion</a:t>
              </a:r>
              <a:endParaRPr lang="en-US" sz="3600" dirty="0">
                <a:solidFill>
                  <a:schemeClr val="tx1">
                    <a:lumMod val="50000"/>
                    <a:lumOff val="50000"/>
                  </a:schemeClr>
                </a:solidFill>
              </a:endParaRPr>
            </a:p>
          </p:txBody>
        </p:sp>
        <p:sp>
          <p:nvSpPr>
            <p:cNvPr id="34" name="Google Shape;61;p3">
              <a:extLst>
                <a:ext uri="{FF2B5EF4-FFF2-40B4-BE49-F238E27FC236}">
                  <a16:creationId xmlns:a16="http://schemas.microsoft.com/office/drawing/2014/main" id="{62729B27-633B-0381-594B-D268770FDC45}"/>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35" name="Google Shape;59;p3">
            <a:extLst>
              <a:ext uri="{FF2B5EF4-FFF2-40B4-BE49-F238E27FC236}">
                <a16:creationId xmlns:a16="http://schemas.microsoft.com/office/drawing/2014/main" id="{5BA8E6CA-3E50-9C10-4FDF-72B2CFB555C3}"/>
              </a:ext>
            </a:extLst>
          </p:cNvPr>
          <p:cNvGrpSpPr/>
          <p:nvPr/>
        </p:nvGrpSpPr>
        <p:grpSpPr>
          <a:xfrm>
            <a:off x="2838827" y="7879169"/>
            <a:ext cx="8553420" cy="417185"/>
            <a:chOff x="571500" y="5165783"/>
            <a:chExt cx="5702280" cy="278123"/>
          </a:xfrm>
        </p:grpSpPr>
        <p:sp>
          <p:nvSpPr>
            <p:cNvPr id="36" name="Google Shape;60;p3">
              <a:extLst>
                <a:ext uri="{FF2B5EF4-FFF2-40B4-BE49-F238E27FC236}">
                  <a16:creationId xmlns:a16="http://schemas.microsoft.com/office/drawing/2014/main" id="{983DC240-2142-1D58-B1DF-73232CB9745F}"/>
                </a:ext>
              </a:extLst>
            </p:cNvPr>
            <p:cNvSpPr/>
            <p:nvPr/>
          </p:nvSpPr>
          <p:spPr>
            <a:xfrm>
              <a:off x="754380" y="5166907"/>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ea typeface="Arial" panose="020B0604020202020204" pitchFamily="34" charset="0"/>
                  <a:cs typeface="Arial" panose="020B0604020202020204" pitchFamily="34" charset="0"/>
                </a:rPr>
                <a:t>Q&amp;A</a:t>
              </a:r>
              <a:endParaRPr lang="en-US" sz="2700" dirty="0">
                <a:solidFill>
                  <a:schemeClr val="tx1">
                    <a:lumMod val="50000"/>
                    <a:lumOff val="50000"/>
                  </a:schemeClr>
                </a:solidFill>
              </a:endParaRPr>
            </a:p>
          </p:txBody>
        </p:sp>
        <p:sp>
          <p:nvSpPr>
            <p:cNvPr id="37" name="Google Shape;61;p3">
              <a:extLst>
                <a:ext uri="{FF2B5EF4-FFF2-40B4-BE49-F238E27FC236}">
                  <a16:creationId xmlns:a16="http://schemas.microsoft.com/office/drawing/2014/main" id="{3A4624BC-583E-7CE8-CECD-D0FFBABAA10C}"/>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38" name="Google Shape;56;p3">
            <a:extLst>
              <a:ext uri="{FF2B5EF4-FFF2-40B4-BE49-F238E27FC236}">
                <a16:creationId xmlns:a16="http://schemas.microsoft.com/office/drawing/2014/main" id="{A7BE938D-83D0-31CC-F469-A384BD411D9E}"/>
              </a:ext>
            </a:extLst>
          </p:cNvPr>
          <p:cNvGrpSpPr/>
          <p:nvPr/>
        </p:nvGrpSpPr>
        <p:grpSpPr>
          <a:xfrm>
            <a:off x="2819400" y="6057900"/>
            <a:ext cx="8553420" cy="417186"/>
            <a:chOff x="571500" y="5165783"/>
            <a:chExt cx="5702280" cy="278124"/>
          </a:xfrm>
        </p:grpSpPr>
        <p:sp>
          <p:nvSpPr>
            <p:cNvPr id="39" name="Google Shape;57;p3">
              <a:extLst>
                <a:ext uri="{FF2B5EF4-FFF2-40B4-BE49-F238E27FC236}">
                  <a16:creationId xmlns:a16="http://schemas.microsoft.com/office/drawing/2014/main" id="{9B7D4C13-7475-82A3-078D-64A6845669B6}"/>
                </a:ext>
              </a:extLst>
            </p:cNvPr>
            <p:cNvSpPr/>
            <p:nvPr/>
          </p:nvSpPr>
          <p:spPr>
            <a:xfrm>
              <a:off x="754380" y="5166908"/>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cs typeface="Arial" panose="020B0604020202020204" pitchFamily="34" charset="0"/>
                </a:rPr>
                <a:t>Key Tasks</a:t>
              </a:r>
            </a:p>
          </p:txBody>
        </p:sp>
        <p:sp>
          <p:nvSpPr>
            <p:cNvPr id="40" name="Google Shape;58;p3">
              <a:extLst>
                <a:ext uri="{FF2B5EF4-FFF2-40B4-BE49-F238E27FC236}">
                  <a16:creationId xmlns:a16="http://schemas.microsoft.com/office/drawing/2014/main" id="{5894D6D0-8127-F992-F67B-EE9DD5979182}"/>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par>
                                <p:cTn id="10" presetID="53" presetClass="entr" presetSubtype="16" fill="hold" nodeType="withEffect">
                                  <p:stCondLst>
                                    <p:cond delay="1000"/>
                                  </p:stCondLst>
                                  <p:childTnLst>
                                    <p:set>
                                      <p:cBhvr>
                                        <p:cTn id="11" dur="1" fill="hold">
                                          <p:stCondLst>
                                            <p:cond delay="0"/>
                                          </p:stCondLst>
                                        </p:cTn>
                                        <p:tgtEl>
                                          <p:spTgt spid="17"/>
                                        </p:tgtEl>
                                        <p:attrNameLst>
                                          <p:attrName>style.visibility</p:attrName>
                                        </p:attrNameLst>
                                      </p:cBhvr>
                                      <p:to>
                                        <p:strVal val="visible"/>
                                      </p:to>
                                    </p:se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animEffect transition="in" filter="fade">
                                      <p:cBhvr>
                                        <p:cTn id="14" dur="500"/>
                                        <p:tgtEl>
                                          <p:spTgt spid="17"/>
                                        </p:tgtEl>
                                      </p:cBhvr>
                                    </p:animEffect>
                                  </p:childTnLst>
                                </p:cTn>
                              </p:par>
                              <p:par>
                                <p:cTn id="15" presetID="53" presetClass="entr" presetSubtype="16" fill="hold" nodeType="withEffect">
                                  <p:stCondLst>
                                    <p:cond delay="500"/>
                                  </p:stCondLst>
                                  <p:childTnLst>
                                    <p:set>
                                      <p:cBhvr>
                                        <p:cTn id="16" dur="1" fill="hold">
                                          <p:stCondLst>
                                            <p:cond delay="0"/>
                                          </p:stCondLst>
                                        </p:cTn>
                                        <p:tgtEl>
                                          <p:spTgt spid="26"/>
                                        </p:tgtEl>
                                        <p:attrNameLst>
                                          <p:attrName>style.visibility</p:attrName>
                                        </p:attrNameLst>
                                      </p:cBhvr>
                                      <p:to>
                                        <p:strVal val="visible"/>
                                      </p:to>
                                    </p:set>
                                    <p:anim calcmode="lin" valueType="num">
                                      <p:cBhvr>
                                        <p:cTn id="17" dur="500" fill="hold"/>
                                        <p:tgtEl>
                                          <p:spTgt spid="26"/>
                                        </p:tgtEl>
                                        <p:attrNameLst>
                                          <p:attrName>ppt_w</p:attrName>
                                        </p:attrNameLst>
                                      </p:cBhvr>
                                      <p:tavLst>
                                        <p:tav tm="0">
                                          <p:val>
                                            <p:fltVal val="0"/>
                                          </p:val>
                                        </p:tav>
                                        <p:tav tm="100000">
                                          <p:val>
                                            <p:strVal val="#ppt_w"/>
                                          </p:val>
                                        </p:tav>
                                      </p:tavLst>
                                    </p:anim>
                                    <p:anim calcmode="lin" valueType="num">
                                      <p:cBhvr>
                                        <p:cTn id="18" dur="500" fill="hold"/>
                                        <p:tgtEl>
                                          <p:spTgt spid="26"/>
                                        </p:tgtEl>
                                        <p:attrNameLst>
                                          <p:attrName>ppt_h</p:attrName>
                                        </p:attrNameLst>
                                      </p:cBhvr>
                                      <p:tavLst>
                                        <p:tav tm="0">
                                          <p:val>
                                            <p:fltVal val="0"/>
                                          </p:val>
                                        </p:tav>
                                        <p:tav tm="100000">
                                          <p:val>
                                            <p:strVal val="#ppt_h"/>
                                          </p:val>
                                        </p:tav>
                                      </p:tavLst>
                                    </p:anim>
                                    <p:animEffect transition="in" filter="fade">
                                      <p:cBhvr>
                                        <p:cTn id="19" dur="500"/>
                                        <p:tgtEl>
                                          <p:spTgt spid="26"/>
                                        </p:tgtEl>
                                      </p:cBhvr>
                                    </p:animEffect>
                                  </p:childTnLst>
                                </p:cTn>
                              </p:par>
                              <p:par>
                                <p:cTn id="20" presetID="53" presetClass="entr" presetSubtype="16" fill="hold" nodeType="withEffect">
                                  <p:stCondLst>
                                    <p:cond delay="2000"/>
                                  </p:stCondLst>
                                  <p:childTnLst>
                                    <p:set>
                                      <p:cBhvr>
                                        <p:cTn id="21" dur="1" fill="hold">
                                          <p:stCondLst>
                                            <p:cond delay="0"/>
                                          </p:stCondLst>
                                        </p:cTn>
                                        <p:tgtEl>
                                          <p:spTgt spid="38"/>
                                        </p:tgtEl>
                                        <p:attrNameLst>
                                          <p:attrName>style.visibility</p:attrName>
                                        </p:attrNameLst>
                                      </p:cBhvr>
                                      <p:to>
                                        <p:strVal val="visible"/>
                                      </p:to>
                                    </p:set>
                                    <p:anim calcmode="lin" valueType="num">
                                      <p:cBhvr>
                                        <p:cTn id="22" dur="500" fill="hold"/>
                                        <p:tgtEl>
                                          <p:spTgt spid="38"/>
                                        </p:tgtEl>
                                        <p:attrNameLst>
                                          <p:attrName>ppt_w</p:attrName>
                                        </p:attrNameLst>
                                      </p:cBhvr>
                                      <p:tavLst>
                                        <p:tav tm="0">
                                          <p:val>
                                            <p:fltVal val="0"/>
                                          </p:val>
                                        </p:tav>
                                        <p:tav tm="100000">
                                          <p:val>
                                            <p:strVal val="#ppt_w"/>
                                          </p:val>
                                        </p:tav>
                                      </p:tavLst>
                                    </p:anim>
                                    <p:anim calcmode="lin" valueType="num">
                                      <p:cBhvr>
                                        <p:cTn id="23" dur="500" fill="hold"/>
                                        <p:tgtEl>
                                          <p:spTgt spid="38"/>
                                        </p:tgtEl>
                                        <p:attrNameLst>
                                          <p:attrName>ppt_h</p:attrName>
                                        </p:attrNameLst>
                                      </p:cBhvr>
                                      <p:tavLst>
                                        <p:tav tm="0">
                                          <p:val>
                                            <p:fltVal val="0"/>
                                          </p:val>
                                        </p:tav>
                                        <p:tav tm="100000">
                                          <p:val>
                                            <p:strVal val="#ppt_h"/>
                                          </p:val>
                                        </p:tav>
                                      </p:tavLst>
                                    </p:anim>
                                    <p:animEffect transition="in" filter="fade">
                                      <p:cBhvr>
                                        <p:cTn id="24" dur="500"/>
                                        <p:tgtEl>
                                          <p:spTgt spid="38"/>
                                        </p:tgtEl>
                                      </p:cBhvr>
                                    </p:animEffect>
                                  </p:childTnLst>
                                </p:cTn>
                              </p:par>
                              <p:par>
                                <p:cTn id="25" presetID="53" presetClass="entr" presetSubtype="16" fill="hold" nodeType="withEffect">
                                  <p:stCondLst>
                                    <p:cond delay="1500"/>
                                  </p:stCondLst>
                                  <p:childTnLst>
                                    <p:set>
                                      <p:cBhvr>
                                        <p:cTn id="26" dur="1" fill="hold">
                                          <p:stCondLst>
                                            <p:cond delay="0"/>
                                          </p:stCondLst>
                                        </p:cTn>
                                        <p:tgtEl>
                                          <p:spTgt spid="23"/>
                                        </p:tgtEl>
                                        <p:attrNameLst>
                                          <p:attrName>style.visibility</p:attrName>
                                        </p:attrNameLst>
                                      </p:cBhvr>
                                      <p:to>
                                        <p:strVal val="visible"/>
                                      </p:to>
                                    </p:set>
                                    <p:anim calcmode="lin" valueType="num">
                                      <p:cBhvr>
                                        <p:cTn id="27" dur="500" fill="hold"/>
                                        <p:tgtEl>
                                          <p:spTgt spid="23"/>
                                        </p:tgtEl>
                                        <p:attrNameLst>
                                          <p:attrName>ppt_w</p:attrName>
                                        </p:attrNameLst>
                                      </p:cBhvr>
                                      <p:tavLst>
                                        <p:tav tm="0">
                                          <p:val>
                                            <p:fltVal val="0"/>
                                          </p:val>
                                        </p:tav>
                                        <p:tav tm="100000">
                                          <p:val>
                                            <p:strVal val="#ppt_w"/>
                                          </p:val>
                                        </p:tav>
                                      </p:tavLst>
                                    </p:anim>
                                    <p:anim calcmode="lin" valueType="num">
                                      <p:cBhvr>
                                        <p:cTn id="28" dur="500" fill="hold"/>
                                        <p:tgtEl>
                                          <p:spTgt spid="23"/>
                                        </p:tgtEl>
                                        <p:attrNameLst>
                                          <p:attrName>ppt_h</p:attrName>
                                        </p:attrNameLst>
                                      </p:cBhvr>
                                      <p:tavLst>
                                        <p:tav tm="0">
                                          <p:val>
                                            <p:fltVal val="0"/>
                                          </p:val>
                                        </p:tav>
                                        <p:tav tm="100000">
                                          <p:val>
                                            <p:strVal val="#ppt_h"/>
                                          </p:val>
                                        </p:tav>
                                      </p:tavLst>
                                    </p:anim>
                                    <p:animEffect transition="in" filter="fade">
                                      <p:cBhvr>
                                        <p:cTn id="29" dur="500"/>
                                        <p:tgtEl>
                                          <p:spTgt spid="23"/>
                                        </p:tgtEl>
                                      </p:cBhvr>
                                    </p:animEffect>
                                  </p:childTnLst>
                                </p:cTn>
                              </p:par>
                              <p:par>
                                <p:cTn id="30" presetID="53" presetClass="entr" presetSubtype="16" fill="hold" nodeType="withEffect">
                                  <p:stCondLst>
                                    <p:cond delay="2500"/>
                                  </p:stCondLst>
                                  <p:childTnLst>
                                    <p:set>
                                      <p:cBhvr>
                                        <p:cTn id="31" dur="1" fill="hold">
                                          <p:stCondLst>
                                            <p:cond delay="0"/>
                                          </p:stCondLst>
                                        </p:cTn>
                                        <p:tgtEl>
                                          <p:spTgt spid="29"/>
                                        </p:tgtEl>
                                        <p:attrNameLst>
                                          <p:attrName>style.visibility</p:attrName>
                                        </p:attrNameLst>
                                      </p:cBhvr>
                                      <p:to>
                                        <p:strVal val="visible"/>
                                      </p:to>
                                    </p:set>
                                    <p:anim calcmode="lin" valueType="num">
                                      <p:cBhvr>
                                        <p:cTn id="32" dur="500" fill="hold"/>
                                        <p:tgtEl>
                                          <p:spTgt spid="29"/>
                                        </p:tgtEl>
                                        <p:attrNameLst>
                                          <p:attrName>ppt_w</p:attrName>
                                        </p:attrNameLst>
                                      </p:cBhvr>
                                      <p:tavLst>
                                        <p:tav tm="0">
                                          <p:val>
                                            <p:fltVal val="0"/>
                                          </p:val>
                                        </p:tav>
                                        <p:tav tm="100000">
                                          <p:val>
                                            <p:strVal val="#ppt_w"/>
                                          </p:val>
                                        </p:tav>
                                      </p:tavLst>
                                    </p:anim>
                                    <p:anim calcmode="lin" valueType="num">
                                      <p:cBhvr>
                                        <p:cTn id="33" dur="500" fill="hold"/>
                                        <p:tgtEl>
                                          <p:spTgt spid="29"/>
                                        </p:tgtEl>
                                        <p:attrNameLst>
                                          <p:attrName>ppt_h</p:attrName>
                                        </p:attrNameLst>
                                      </p:cBhvr>
                                      <p:tavLst>
                                        <p:tav tm="0">
                                          <p:val>
                                            <p:fltVal val="0"/>
                                          </p:val>
                                        </p:tav>
                                        <p:tav tm="100000">
                                          <p:val>
                                            <p:strVal val="#ppt_h"/>
                                          </p:val>
                                        </p:tav>
                                      </p:tavLst>
                                    </p:anim>
                                    <p:animEffect transition="in" filter="fade">
                                      <p:cBhvr>
                                        <p:cTn id="34" dur="500"/>
                                        <p:tgtEl>
                                          <p:spTgt spid="29"/>
                                        </p:tgtEl>
                                      </p:cBhvr>
                                    </p:animEffect>
                                  </p:childTnLst>
                                </p:cTn>
                              </p:par>
                              <p:par>
                                <p:cTn id="35" presetID="53" presetClass="entr" presetSubtype="16" fill="hold" nodeType="withEffect">
                                  <p:stCondLst>
                                    <p:cond delay="3000"/>
                                  </p:stCondLst>
                                  <p:childTnLst>
                                    <p:set>
                                      <p:cBhvr>
                                        <p:cTn id="36" dur="1" fill="hold">
                                          <p:stCondLst>
                                            <p:cond delay="0"/>
                                          </p:stCondLst>
                                        </p:cTn>
                                        <p:tgtEl>
                                          <p:spTgt spid="32"/>
                                        </p:tgtEl>
                                        <p:attrNameLst>
                                          <p:attrName>style.visibility</p:attrName>
                                        </p:attrNameLst>
                                      </p:cBhvr>
                                      <p:to>
                                        <p:strVal val="visible"/>
                                      </p:to>
                                    </p:set>
                                    <p:anim calcmode="lin" valueType="num">
                                      <p:cBhvr>
                                        <p:cTn id="37" dur="500" fill="hold"/>
                                        <p:tgtEl>
                                          <p:spTgt spid="32"/>
                                        </p:tgtEl>
                                        <p:attrNameLst>
                                          <p:attrName>ppt_w</p:attrName>
                                        </p:attrNameLst>
                                      </p:cBhvr>
                                      <p:tavLst>
                                        <p:tav tm="0">
                                          <p:val>
                                            <p:fltVal val="0"/>
                                          </p:val>
                                        </p:tav>
                                        <p:tav tm="100000">
                                          <p:val>
                                            <p:strVal val="#ppt_w"/>
                                          </p:val>
                                        </p:tav>
                                      </p:tavLst>
                                    </p:anim>
                                    <p:anim calcmode="lin" valueType="num">
                                      <p:cBhvr>
                                        <p:cTn id="38" dur="500" fill="hold"/>
                                        <p:tgtEl>
                                          <p:spTgt spid="32"/>
                                        </p:tgtEl>
                                        <p:attrNameLst>
                                          <p:attrName>ppt_h</p:attrName>
                                        </p:attrNameLst>
                                      </p:cBhvr>
                                      <p:tavLst>
                                        <p:tav tm="0">
                                          <p:val>
                                            <p:fltVal val="0"/>
                                          </p:val>
                                        </p:tav>
                                        <p:tav tm="100000">
                                          <p:val>
                                            <p:strVal val="#ppt_h"/>
                                          </p:val>
                                        </p:tav>
                                      </p:tavLst>
                                    </p:anim>
                                    <p:animEffect transition="in" filter="fade">
                                      <p:cBhvr>
                                        <p:cTn id="39" dur="500"/>
                                        <p:tgtEl>
                                          <p:spTgt spid="32"/>
                                        </p:tgtEl>
                                      </p:cBhvr>
                                    </p:animEffect>
                                  </p:childTnLst>
                                </p:cTn>
                              </p:par>
                              <p:par>
                                <p:cTn id="40" presetID="53" presetClass="entr" presetSubtype="16" fill="hold" nodeType="withEffect">
                                  <p:stCondLst>
                                    <p:cond delay="3500"/>
                                  </p:stCondLst>
                                  <p:childTnLst>
                                    <p:set>
                                      <p:cBhvr>
                                        <p:cTn id="41" dur="1" fill="hold">
                                          <p:stCondLst>
                                            <p:cond delay="0"/>
                                          </p:stCondLst>
                                        </p:cTn>
                                        <p:tgtEl>
                                          <p:spTgt spid="35"/>
                                        </p:tgtEl>
                                        <p:attrNameLst>
                                          <p:attrName>style.visibility</p:attrName>
                                        </p:attrNameLst>
                                      </p:cBhvr>
                                      <p:to>
                                        <p:strVal val="visible"/>
                                      </p:to>
                                    </p:set>
                                    <p:anim calcmode="lin" valueType="num">
                                      <p:cBhvr>
                                        <p:cTn id="42" dur="500" fill="hold"/>
                                        <p:tgtEl>
                                          <p:spTgt spid="35"/>
                                        </p:tgtEl>
                                        <p:attrNameLst>
                                          <p:attrName>ppt_w</p:attrName>
                                        </p:attrNameLst>
                                      </p:cBhvr>
                                      <p:tavLst>
                                        <p:tav tm="0">
                                          <p:val>
                                            <p:fltVal val="0"/>
                                          </p:val>
                                        </p:tav>
                                        <p:tav tm="100000">
                                          <p:val>
                                            <p:strVal val="#ppt_w"/>
                                          </p:val>
                                        </p:tav>
                                      </p:tavLst>
                                    </p:anim>
                                    <p:anim calcmode="lin" valueType="num">
                                      <p:cBhvr>
                                        <p:cTn id="43" dur="500" fill="hold"/>
                                        <p:tgtEl>
                                          <p:spTgt spid="35"/>
                                        </p:tgtEl>
                                        <p:attrNameLst>
                                          <p:attrName>ppt_h</p:attrName>
                                        </p:attrNameLst>
                                      </p:cBhvr>
                                      <p:tavLst>
                                        <p:tav tm="0">
                                          <p:val>
                                            <p:fltVal val="0"/>
                                          </p:val>
                                        </p:tav>
                                        <p:tav tm="100000">
                                          <p:val>
                                            <p:strVal val="#ppt_h"/>
                                          </p:val>
                                        </p:tav>
                                      </p:tavLst>
                                    </p:anim>
                                    <p:animEffect transition="in" filter="fade">
                                      <p:cBhvr>
                                        <p:cTn id="44"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8"/>
        <p:cNvGrpSpPr/>
        <p:nvPr/>
      </p:nvGrpSpPr>
      <p:grpSpPr>
        <a:xfrm>
          <a:off x="0" y="0"/>
          <a:ext cx="0" cy="0"/>
          <a:chOff x="0" y="0"/>
          <a:chExt cx="0" cy="0"/>
        </a:xfrm>
      </p:grpSpPr>
      <p:sp>
        <p:nvSpPr>
          <p:cNvPr id="39" name="Google Shape;39;p2"/>
          <p:cNvSpPr/>
          <p:nvPr/>
        </p:nvSpPr>
        <p:spPr>
          <a:xfrm>
            <a:off x="3057398" y="1217033"/>
            <a:ext cx="10512900" cy="1015663"/>
          </a:xfrm>
          <a:prstGeom prst="rect">
            <a:avLst/>
          </a:prstGeom>
          <a:noFill/>
          <a:ln>
            <a:noFill/>
          </a:ln>
        </p:spPr>
        <p:txBody>
          <a:bodyPr spcFirstLastPara="1" wrap="square" lIns="0" tIns="0" rIns="0" bIns="0" anchor="t" anchorCtr="0">
            <a:spAutoFit/>
          </a:bodyPr>
          <a:lstStyle/>
          <a:p>
            <a:r>
              <a:rPr lang="en-US" sz="6600">
                <a:solidFill>
                  <a:schemeClr val="lt1"/>
                </a:solidFill>
                <a:latin typeface="Calibri"/>
                <a:ea typeface="Calibri"/>
                <a:cs typeface="Calibri"/>
              </a:rPr>
              <a:t>Meet </a:t>
            </a:r>
            <a:r>
              <a:rPr lang="en-US" sz="6600" dirty="0">
                <a:solidFill>
                  <a:schemeClr val="lt1"/>
                </a:solidFill>
                <a:latin typeface="Calibri"/>
                <a:ea typeface="Calibri"/>
                <a:cs typeface="Calibri"/>
              </a:rPr>
              <a:t>The Team</a:t>
            </a:r>
            <a:endParaRPr lang="en-US" dirty="0">
              <a:solidFill>
                <a:schemeClr val="lt1"/>
              </a:solidFill>
            </a:endParaRPr>
          </a:p>
        </p:txBody>
      </p:sp>
      <p:cxnSp>
        <p:nvCxnSpPr>
          <p:cNvPr id="41" name="Google Shape;41;p2"/>
          <p:cNvCxnSpPr>
            <a:cxnSpLocks/>
          </p:cNvCxnSpPr>
          <p:nvPr/>
        </p:nvCxnSpPr>
        <p:spPr>
          <a:xfrm>
            <a:off x="2655131" y="3146428"/>
            <a:ext cx="0" cy="3597272"/>
          </a:xfrm>
          <a:prstGeom prst="straightConnector1">
            <a:avLst/>
          </a:prstGeom>
          <a:noFill/>
          <a:ln w="38100" cap="flat" cmpd="sng">
            <a:solidFill>
              <a:schemeClr val="lt1"/>
            </a:solidFill>
            <a:prstDash val="solid"/>
            <a:miter lim="800000"/>
            <a:headEnd type="none" w="sm" len="sm"/>
            <a:tailEnd type="none" w="sm" len="sm"/>
          </a:ln>
        </p:spPr>
      </p:cxnSp>
      <p:sp>
        <p:nvSpPr>
          <p:cNvPr id="3" name="Content">
            <a:extLst>
              <a:ext uri="{FF2B5EF4-FFF2-40B4-BE49-F238E27FC236}">
                <a16:creationId xmlns:a16="http://schemas.microsoft.com/office/drawing/2014/main" id="{CFCDD323-2FBC-FA4D-2B33-9B9AFA572339}"/>
              </a:ext>
            </a:extLst>
          </p:cNvPr>
          <p:cNvSpPr/>
          <p:nvPr/>
        </p:nvSpPr>
        <p:spPr>
          <a:xfrm>
            <a:off x="3031998" y="2395832"/>
            <a:ext cx="15887700" cy="4443353"/>
          </a:xfrm>
          <a:prstGeom prst="rect">
            <a:avLst/>
          </a:prstGeom>
          <a:noFill/>
          <a:ln>
            <a:noFill/>
          </a:ln>
        </p:spPr>
        <p:txBody>
          <a:bodyPr wrap="square" lIns="0" tIns="0" rIns="0" bIns="0"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457200" indent="-457200">
              <a:spcAft>
                <a:spcPts val="1600"/>
              </a:spcAft>
              <a:buClr>
                <a:srgbClr val="193EB0"/>
              </a:buClr>
              <a:buFont typeface="Arial"/>
              <a:buChar char="•"/>
            </a:pPr>
            <a:endParaRPr lang="en-US" sz="3200" dirty="0">
              <a:solidFill>
                <a:schemeClr val="bg1"/>
              </a:solidFill>
              <a:latin typeface="Arial"/>
              <a:ea typeface="Arial"/>
              <a:cs typeface="Arial"/>
            </a:endParaRPr>
          </a:p>
          <a:p>
            <a:pPr marL="457200" indent="-457200">
              <a:spcAft>
                <a:spcPts val="1600"/>
              </a:spcAft>
              <a:buFont typeface="Arial"/>
              <a:buChar char="•"/>
            </a:pPr>
            <a:r>
              <a:rPr lang="en-US" sz="4000" dirty="0">
                <a:solidFill>
                  <a:schemeClr val="bg1"/>
                </a:solidFill>
                <a:latin typeface="Arial"/>
                <a:ea typeface="Arial"/>
                <a:cs typeface="Arial"/>
              </a:rPr>
              <a:t>Amr Atef</a:t>
            </a:r>
          </a:p>
          <a:p>
            <a:pPr marL="457200" indent="-457200">
              <a:spcAft>
                <a:spcPts val="1600"/>
              </a:spcAft>
              <a:buFont typeface="Arial"/>
              <a:buChar char="•"/>
            </a:pPr>
            <a:r>
              <a:rPr lang="en-US" sz="4000" dirty="0">
                <a:solidFill>
                  <a:schemeClr val="bg1"/>
                </a:solidFill>
                <a:latin typeface="Arial"/>
                <a:ea typeface="Arial"/>
                <a:cs typeface="Arial"/>
              </a:rPr>
              <a:t>Ahmed Mahmoud</a:t>
            </a:r>
          </a:p>
          <a:p>
            <a:pPr marL="457200" indent="-457200">
              <a:spcAft>
                <a:spcPts val="1600"/>
              </a:spcAft>
              <a:buFont typeface="Arial"/>
              <a:buChar char="•"/>
            </a:pPr>
            <a:r>
              <a:rPr lang="en-US" sz="4000" dirty="0">
                <a:solidFill>
                  <a:schemeClr val="bg1"/>
                </a:solidFill>
                <a:latin typeface="Arial"/>
                <a:ea typeface="Arial"/>
                <a:cs typeface="Arial"/>
              </a:rPr>
              <a:t>Bishoy </a:t>
            </a:r>
            <a:r>
              <a:rPr lang="en-US" sz="4000" dirty="0" err="1">
                <a:solidFill>
                  <a:schemeClr val="bg1"/>
                </a:solidFill>
                <a:latin typeface="Arial"/>
                <a:ea typeface="Arial"/>
                <a:cs typeface="Arial"/>
              </a:rPr>
              <a:t>Emeil</a:t>
            </a:r>
            <a:endParaRPr lang="en-US" sz="4000" dirty="0">
              <a:solidFill>
                <a:schemeClr val="bg1"/>
              </a:solidFill>
              <a:latin typeface="Arial"/>
              <a:ea typeface="Arial"/>
              <a:cs typeface="Arial"/>
            </a:endParaRPr>
          </a:p>
          <a:p>
            <a:pPr marL="457200" indent="-457200">
              <a:spcAft>
                <a:spcPts val="1600"/>
              </a:spcAft>
              <a:buFont typeface="Arial"/>
              <a:buChar char="•"/>
            </a:pPr>
            <a:r>
              <a:rPr lang="en-US" sz="4000" dirty="0">
                <a:solidFill>
                  <a:schemeClr val="bg1"/>
                </a:solidFill>
                <a:latin typeface="Arial"/>
                <a:ea typeface="Arial"/>
                <a:cs typeface="Arial"/>
              </a:rPr>
              <a:t>Malak Al-</a:t>
            </a:r>
            <a:r>
              <a:rPr lang="en-US" sz="4000" dirty="0" err="1">
                <a:solidFill>
                  <a:schemeClr val="bg1"/>
                </a:solidFill>
                <a:latin typeface="Arial"/>
                <a:ea typeface="Arial"/>
                <a:cs typeface="Arial"/>
              </a:rPr>
              <a:t>Ghandour</a:t>
            </a:r>
            <a:endParaRPr lang="en-US" sz="4000" dirty="0">
              <a:solidFill>
                <a:schemeClr val="bg1"/>
              </a:solidFill>
              <a:latin typeface="Arial"/>
              <a:ea typeface="Arial"/>
              <a:cs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1000"/>
                                        <p:tgtEl>
                                          <p:spTgt spid="3"/>
                                        </p:tgtEl>
                                      </p:cBhvr>
                                    </p:animEffect>
                                  </p:childTnLst>
                                </p:cTn>
                              </p:par>
                              <p:par>
                                <p:cTn id="8" presetID="22" presetClass="entr" presetSubtype="1" fill="hold" nodeType="withEffect">
                                  <p:stCondLst>
                                    <p:cond delay="0"/>
                                  </p:stCondLst>
                                  <p:childTnLst>
                                    <p:set>
                                      <p:cBhvr>
                                        <p:cTn id="9" dur="1" fill="hold">
                                          <p:stCondLst>
                                            <p:cond delay="0"/>
                                          </p:stCondLst>
                                        </p:cTn>
                                        <p:tgtEl>
                                          <p:spTgt spid="41"/>
                                        </p:tgtEl>
                                        <p:attrNameLst>
                                          <p:attrName>style.visibility</p:attrName>
                                        </p:attrNameLst>
                                      </p:cBhvr>
                                      <p:to>
                                        <p:strVal val="visible"/>
                                      </p:to>
                                    </p:set>
                                    <p:animEffect transition="in" filter="wipe(up)">
                                      <p:cBhvr>
                                        <p:cTn id="10" dur="1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7"/>
        <p:cNvGrpSpPr/>
        <p:nvPr/>
      </p:nvGrpSpPr>
      <p:grpSpPr>
        <a:xfrm>
          <a:off x="0" y="0"/>
          <a:ext cx="0" cy="0"/>
          <a:chOff x="0" y="0"/>
          <a:chExt cx="0" cy="0"/>
        </a:xfrm>
      </p:grpSpPr>
      <p:sp>
        <p:nvSpPr>
          <p:cNvPr id="48" name="Google Shape;48;p3"/>
          <p:cNvSpPr/>
          <p:nvPr/>
        </p:nvSpPr>
        <p:spPr>
          <a:xfrm>
            <a:off x="2555082" y="1393442"/>
            <a:ext cx="7433550" cy="769441"/>
          </a:xfrm>
          <a:prstGeom prst="rect">
            <a:avLst/>
          </a:prstGeom>
          <a:noFill/>
          <a:ln>
            <a:noFill/>
          </a:ln>
        </p:spPr>
        <p:txBody>
          <a:bodyPr spcFirstLastPara="1" wrap="square" lIns="0" tIns="0" rIns="0" bIns="0" anchor="t" anchorCtr="0">
            <a:spAutoFit/>
          </a:bodyPr>
          <a:lstStyle/>
          <a:p>
            <a:r>
              <a:rPr lang="en-US" sz="5000" b="1" dirty="0">
                <a:solidFill>
                  <a:schemeClr val="lt1"/>
                </a:solidFill>
              </a:rPr>
              <a:t>Agenda</a:t>
            </a:r>
            <a:endParaRPr sz="5000" b="1" dirty="0">
              <a:solidFill>
                <a:schemeClr val="lt1"/>
              </a:solidFill>
            </a:endParaRPr>
          </a:p>
        </p:txBody>
      </p:sp>
      <p:grpSp>
        <p:nvGrpSpPr>
          <p:cNvPr id="2" name="Google Shape;50;p3">
            <a:extLst>
              <a:ext uri="{FF2B5EF4-FFF2-40B4-BE49-F238E27FC236}">
                <a16:creationId xmlns:a16="http://schemas.microsoft.com/office/drawing/2014/main" id="{E2B5B782-5B12-44EC-DE2B-CFD7C0363A0A}"/>
              </a:ext>
            </a:extLst>
          </p:cNvPr>
          <p:cNvGrpSpPr/>
          <p:nvPr/>
        </p:nvGrpSpPr>
        <p:grpSpPr>
          <a:xfrm>
            <a:off x="2838827" y="3720831"/>
            <a:ext cx="8553420" cy="417183"/>
            <a:chOff x="571500" y="2336175"/>
            <a:chExt cx="5702280" cy="278122"/>
          </a:xfrm>
        </p:grpSpPr>
        <p:sp>
          <p:nvSpPr>
            <p:cNvPr id="3" name="Google Shape;51;p3">
              <a:extLst>
                <a:ext uri="{FF2B5EF4-FFF2-40B4-BE49-F238E27FC236}">
                  <a16:creationId xmlns:a16="http://schemas.microsoft.com/office/drawing/2014/main" id="{EC9CBDC3-46C4-05CD-6DD5-372C3499F721}"/>
                </a:ext>
              </a:extLst>
            </p:cNvPr>
            <p:cNvSpPr/>
            <p:nvPr/>
          </p:nvSpPr>
          <p:spPr>
            <a:xfrm>
              <a:off x="754380" y="2337298"/>
              <a:ext cx="5519400" cy="276999"/>
            </a:xfrm>
            <a:prstGeom prst="rect">
              <a:avLst/>
            </a:prstGeom>
            <a:noFill/>
            <a:ln>
              <a:noFill/>
            </a:ln>
          </p:spPr>
          <p:txBody>
            <a:bodyPr spcFirstLastPara="1" wrap="square" lIns="0" tIns="0" rIns="0" bIns="0" anchor="ctr" anchorCtr="0">
              <a:spAutoFit/>
            </a:bodyPr>
            <a:lstStyle/>
            <a:p>
              <a:r>
                <a:rPr lang="en-US" sz="2700" dirty="0">
                  <a:solidFill>
                    <a:schemeClr val="bg1">
                      <a:lumMod val="50000"/>
                    </a:schemeClr>
                  </a:solidFill>
                  <a:latin typeface="Arial" panose="020B0604020202020204" pitchFamily="34" charset="0"/>
                  <a:cs typeface="Arial" panose="020B0604020202020204" pitchFamily="34" charset="0"/>
                </a:rPr>
                <a:t>Team</a:t>
              </a:r>
              <a:endParaRPr sz="2700" dirty="0">
                <a:solidFill>
                  <a:schemeClr val="bg1">
                    <a:lumMod val="50000"/>
                  </a:schemeClr>
                </a:solidFill>
                <a:latin typeface="Arial" panose="020B0604020202020204" pitchFamily="34" charset="0"/>
                <a:cs typeface="Arial" panose="020B0604020202020204" pitchFamily="34" charset="0"/>
              </a:endParaRPr>
            </a:p>
          </p:txBody>
        </p:sp>
        <p:sp>
          <p:nvSpPr>
            <p:cNvPr id="4" name="Google Shape;52;p3">
              <a:extLst>
                <a:ext uri="{FF2B5EF4-FFF2-40B4-BE49-F238E27FC236}">
                  <a16:creationId xmlns:a16="http://schemas.microsoft.com/office/drawing/2014/main" id="{C7838699-C280-E980-B759-2787620C175A}"/>
                </a:ext>
              </a:extLst>
            </p:cNvPr>
            <p:cNvSpPr/>
            <p:nvPr/>
          </p:nvSpPr>
          <p:spPr>
            <a:xfrm>
              <a:off x="571500" y="2336175"/>
              <a:ext cx="36000" cy="252000"/>
            </a:xfrm>
            <a:prstGeom prst="rect">
              <a:avLst/>
            </a:prstGeom>
            <a:solidFill>
              <a:schemeClr val="bg1">
                <a:lumMod val="65000"/>
              </a:schemeClr>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17" name="Google Shape;53;p3">
            <a:extLst>
              <a:ext uri="{FF2B5EF4-FFF2-40B4-BE49-F238E27FC236}">
                <a16:creationId xmlns:a16="http://schemas.microsoft.com/office/drawing/2014/main" id="{45390769-5DBD-5D20-6B29-C7D403F2253D}"/>
              </a:ext>
            </a:extLst>
          </p:cNvPr>
          <p:cNvGrpSpPr/>
          <p:nvPr/>
        </p:nvGrpSpPr>
        <p:grpSpPr>
          <a:xfrm>
            <a:off x="2838827" y="4838849"/>
            <a:ext cx="8553420" cy="417185"/>
            <a:chOff x="571500" y="3764860"/>
            <a:chExt cx="5702280" cy="278123"/>
          </a:xfrm>
        </p:grpSpPr>
        <p:sp>
          <p:nvSpPr>
            <p:cNvPr id="18" name="Google Shape;54;p3">
              <a:extLst>
                <a:ext uri="{FF2B5EF4-FFF2-40B4-BE49-F238E27FC236}">
                  <a16:creationId xmlns:a16="http://schemas.microsoft.com/office/drawing/2014/main" id="{F95E8AB1-C86C-5951-0C0A-796069300F7D}"/>
                </a:ext>
              </a:extLst>
            </p:cNvPr>
            <p:cNvSpPr/>
            <p:nvPr/>
          </p:nvSpPr>
          <p:spPr>
            <a:xfrm>
              <a:off x="754380" y="3765984"/>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cs typeface="Arial" panose="020B0604020202020204" pitchFamily="34" charset="0"/>
                </a:rPr>
                <a:t>Introduction</a:t>
              </a:r>
            </a:p>
          </p:txBody>
        </p:sp>
        <p:sp>
          <p:nvSpPr>
            <p:cNvPr id="19" name="Google Shape;55;p3">
              <a:extLst>
                <a:ext uri="{FF2B5EF4-FFF2-40B4-BE49-F238E27FC236}">
                  <a16:creationId xmlns:a16="http://schemas.microsoft.com/office/drawing/2014/main" id="{89D57B8B-FE06-CC1A-1314-83365C8A16D2}"/>
                </a:ext>
              </a:extLst>
            </p:cNvPr>
            <p:cNvSpPr/>
            <p:nvPr/>
          </p:nvSpPr>
          <p:spPr>
            <a:xfrm>
              <a:off x="571500" y="3764860"/>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26" name="Google Shape;53;p3">
            <a:extLst>
              <a:ext uri="{FF2B5EF4-FFF2-40B4-BE49-F238E27FC236}">
                <a16:creationId xmlns:a16="http://schemas.microsoft.com/office/drawing/2014/main" id="{2FD0EABC-52F2-4414-C7E0-16AF5C8B4532}"/>
              </a:ext>
            </a:extLst>
          </p:cNvPr>
          <p:cNvGrpSpPr/>
          <p:nvPr/>
        </p:nvGrpSpPr>
        <p:grpSpPr>
          <a:xfrm>
            <a:off x="2838827" y="4263985"/>
            <a:ext cx="8553420" cy="417185"/>
            <a:chOff x="571500" y="3764860"/>
            <a:chExt cx="5702280" cy="278123"/>
          </a:xfrm>
        </p:grpSpPr>
        <p:sp>
          <p:nvSpPr>
            <p:cNvPr id="27" name="Google Shape;54;p3">
              <a:extLst>
                <a:ext uri="{FF2B5EF4-FFF2-40B4-BE49-F238E27FC236}">
                  <a16:creationId xmlns:a16="http://schemas.microsoft.com/office/drawing/2014/main" id="{C798BA73-F11F-0207-BB46-3A4648622ECF}"/>
                </a:ext>
              </a:extLst>
            </p:cNvPr>
            <p:cNvSpPr/>
            <p:nvPr/>
          </p:nvSpPr>
          <p:spPr>
            <a:xfrm>
              <a:off x="754380" y="3765984"/>
              <a:ext cx="5519400" cy="276999"/>
            </a:xfrm>
            <a:prstGeom prst="rect">
              <a:avLst/>
            </a:prstGeom>
            <a:noFill/>
            <a:ln>
              <a:noFill/>
            </a:ln>
          </p:spPr>
          <p:txBody>
            <a:bodyPr spcFirstLastPara="1" wrap="square" lIns="0" tIns="0" rIns="0" bIns="0" anchor="ctr" anchorCtr="0">
              <a:spAutoFit/>
            </a:bodyPr>
            <a:lstStyle/>
            <a:p>
              <a:r>
                <a:rPr lang="en-US" sz="2700" b="1" dirty="0">
                  <a:latin typeface="Arial" panose="020B0604020202020204" pitchFamily="34" charset="0"/>
                  <a:cs typeface="Arial" panose="020B0604020202020204" pitchFamily="34" charset="0"/>
                </a:rPr>
                <a:t>Problem Statement</a:t>
              </a:r>
              <a:endParaRPr lang="en-US" sz="3600" b="1" dirty="0"/>
            </a:p>
          </p:txBody>
        </p:sp>
        <p:sp>
          <p:nvSpPr>
            <p:cNvPr id="28" name="Google Shape;55;p3">
              <a:extLst>
                <a:ext uri="{FF2B5EF4-FFF2-40B4-BE49-F238E27FC236}">
                  <a16:creationId xmlns:a16="http://schemas.microsoft.com/office/drawing/2014/main" id="{17C2752D-50A8-62F0-8AA6-11C8C3B9AFF3}"/>
                </a:ext>
              </a:extLst>
            </p:cNvPr>
            <p:cNvSpPr/>
            <p:nvPr/>
          </p:nvSpPr>
          <p:spPr>
            <a:xfrm>
              <a:off x="571500" y="3764860"/>
              <a:ext cx="36000" cy="252000"/>
            </a:xfrm>
            <a:prstGeom prst="rect">
              <a:avLst/>
            </a:prstGeom>
            <a:solidFill>
              <a:srgbClr val="193EB0"/>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41" name="Google Shape;59;p3">
            <a:extLst>
              <a:ext uri="{FF2B5EF4-FFF2-40B4-BE49-F238E27FC236}">
                <a16:creationId xmlns:a16="http://schemas.microsoft.com/office/drawing/2014/main" id="{85E349D9-A193-F0B4-178E-3B608030D164}"/>
              </a:ext>
            </a:extLst>
          </p:cNvPr>
          <p:cNvGrpSpPr/>
          <p:nvPr/>
        </p:nvGrpSpPr>
        <p:grpSpPr>
          <a:xfrm>
            <a:off x="2838827" y="6060863"/>
            <a:ext cx="8553420" cy="417167"/>
            <a:chOff x="571500" y="5165783"/>
            <a:chExt cx="5702280" cy="278111"/>
          </a:xfrm>
        </p:grpSpPr>
        <p:sp>
          <p:nvSpPr>
            <p:cNvPr id="42" name="Google Shape;60;p3">
              <a:extLst>
                <a:ext uri="{FF2B5EF4-FFF2-40B4-BE49-F238E27FC236}">
                  <a16:creationId xmlns:a16="http://schemas.microsoft.com/office/drawing/2014/main" id="{EFFC4856-B028-838B-CC8D-3EF685ED7D61}"/>
                </a:ext>
              </a:extLst>
            </p:cNvPr>
            <p:cNvSpPr/>
            <p:nvPr/>
          </p:nvSpPr>
          <p:spPr>
            <a:xfrm>
              <a:off x="754380" y="5166895"/>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ea typeface="Arial" panose="020B0604020202020204" pitchFamily="34" charset="0"/>
                  <a:cs typeface="Arial" panose="020B0604020202020204" pitchFamily="34" charset="0"/>
                </a:rPr>
                <a:t>Methodology</a:t>
              </a:r>
              <a:endParaRPr lang="en-US" sz="3600" dirty="0">
                <a:solidFill>
                  <a:schemeClr val="tx1">
                    <a:lumMod val="50000"/>
                    <a:lumOff val="50000"/>
                  </a:schemeClr>
                </a:solidFill>
              </a:endParaRPr>
            </a:p>
          </p:txBody>
        </p:sp>
        <p:sp>
          <p:nvSpPr>
            <p:cNvPr id="43" name="Google Shape;61;p3">
              <a:extLst>
                <a:ext uri="{FF2B5EF4-FFF2-40B4-BE49-F238E27FC236}">
                  <a16:creationId xmlns:a16="http://schemas.microsoft.com/office/drawing/2014/main" id="{89CD6F7D-5AF4-EFA3-BD31-0DD92052428C}"/>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44" name="Google Shape;59;p3">
            <a:extLst>
              <a:ext uri="{FF2B5EF4-FFF2-40B4-BE49-F238E27FC236}">
                <a16:creationId xmlns:a16="http://schemas.microsoft.com/office/drawing/2014/main" id="{EA2AD48F-33F1-D423-8B43-A2B9E6186B50}"/>
              </a:ext>
            </a:extLst>
          </p:cNvPr>
          <p:cNvGrpSpPr/>
          <p:nvPr/>
        </p:nvGrpSpPr>
        <p:grpSpPr>
          <a:xfrm>
            <a:off x="2838827" y="6691517"/>
            <a:ext cx="8553420" cy="417186"/>
            <a:chOff x="571500" y="5165783"/>
            <a:chExt cx="5702280" cy="278124"/>
          </a:xfrm>
        </p:grpSpPr>
        <p:sp>
          <p:nvSpPr>
            <p:cNvPr id="45" name="Google Shape;60;p3">
              <a:extLst>
                <a:ext uri="{FF2B5EF4-FFF2-40B4-BE49-F238E27FC236}">
                  <a16:creationId xmlns:a16="http://schemas.microsoft.com/office/drawing/2014/main" id="{02D5BB92-6829-58A4-14C4-CC2E1C38E7BA}"/>
                </a:ext>
              </a:extLst>
            </p:cNvPr>
            <p:cNvSpPr/>
            <p:nvPr/>
          </p:nvSpPr>
          <p:spPr>
            <a:xfrm>
              <a:off x="754380" y="5166909"/>
              <a:ext cx="5519400" cy="276998"/>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rPr>
                <a:t>Results and Insights</a:t>
              </a:r>
            </a:p>
          </p:txBody>
        </p:sp>
        <p:sp>
          <p:nvSpPr>
            <p:cNvPr id="46" name="Google Shape;61;p3">
              <a:extLst>
                <a:ext uri="{FF2B5EF4-FFF2-40B4-BE49-F238E27FC236}">
                  <a16:creationId xmlns:a16="http://schemas.microsoft.com/office/drawing/2014/main" id="{4DBAE548-F2FA-0118-D8D8-7A4374A59639}"/>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dirty="0">
                <a:solidFill>
                  <a:schemeClr val="lt1"/>
                </a:solidFill>
                <a:latin typeface="Calibri"/>
                <a:ea typeface="Calibri"/>
                <a:cs typeface="Calibri"/>
                <a:sym typeface="Calibri"/>
              </a:endParaRPr>
            </a:p>
          </p:txBody>
        </p:sp>
      </p:grpSp>
      <p:grpSp>
        <p:nvGrpSpPr>
          <p:cNvPr id="47" name="Google Shape;59;p3">
            <a:extLst>
              <a:ext uri="{FF2B5EF4-FFF2-40B4-BE49-F238E27FC236}">
                <a16:creationId xmlns:a16="http://schemas.microsoft.com/office/drawing/2014/main" id="{27BE83FF-282E-B11E-237A-CEC6525324D2}"/>
              </a:ext>
            </a:extLst>
          </p:cNvPr>
          <p:cNvGrpSpPr/>
          <p:nvPr/>
        </p:nvGrpSpPr>
        <p:grpSpPr>
          <a:xfrm>
            <a:off x="2838827" y="7283645"/>
            <a:ext cx="8553420" cy="417183"/>
            <a:chOff x="571500" y="5165783"/>
            <a:chExt cx="5702280" cy="278122"/>
          </a:xfrm>
        </p:grpSpPr>
        <p:sp>
          <p:nvSpPr>
            <p:cNvPr id="49" name="Google Shape;60;p3">
              <a:extLst>
                <a:ext uri="{FF2B5EF4-FFF2-40B4-BE49-F238E27FC236}">
                  <a16:creationId xmlns:a16="http://schemas.microsoft.com/office/drawing/2014/main" id="{9308C891-F45F-3040-CFCF-C3E87DE5FE00}"/>
                </a:ext>
              </a:extLst>
            </p:cNvPr>
            <p:cNvSpPr/>
            <p:nvPr/>
          </p:nvSpPr>
          <p:spPr>
            <a:xfrm>
              <a:off x="754380" y="5166906"/>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ea typeface="Arial" panose="020B0604020202020204" pitchFamily="34" charset="0"/>
                  <a:cs typeface="Arial" panose="020B0604020202020204" pitchFamily="34" charset="0"/>
                </a:rPr>
                <a:t>Conclusion</a:t>
              </a:r>
              <a:endParaRPr lang="en-US" sz="3600" dirty="0">
                <a:solidFill>
                  <a:schemeClr val="tx1">
                    <a:lumMod val="50000"/>
                    <a:lumOff val="50000"/>
                  </a:schemeClr>
                </a:solidFill>
              </a:endParaRPr>
            </a:p>
          </p:txBody>
        </p:sp>
        <p:sp>
          <p:nvSpPr>
            <p:cNvPr id="50" name="Google Shape;61;p3">
              <a:extLst>
                <a:ext uri="{FF2B5EF4-FFF2-40B4-BE49-F238E27FC236}">
                  <a16:creationId xmlns:a16="http://schemas.microsoft.com/office/drawing/2014/main" id="{A41658F1-DA9B-77CA-EFB1-58FA37D2F873}"/>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51" name="Google Shape;59;p3">
            <a:extLst>
              <a:ext uri="{FF2B5EF4-FFF2-40B4-BE49-F238E27FC236}">
                <a16:creationId xmlns:a16="http://schemas.microsoft.com/office/drawing/2014/main" id="{F39646BC-47E1-D10A-F074-2B3D26B42E27}"/>
              </a:ext>
            </a:extLst>
          </p:cNvPr>
          <p:cNvGrpSpPr/>
          <p:nvPr/>
        </p:nvGrpSpPr>
        <p:grpSpPr>
          <a:xfrm>
            <a:off x="2838827" y="7879169"/>
            <a:ext cx="8553420" cy="417185"/>
            <a:chOff x="571500" y="5165783"/>
            <a:chExt cx="5702280" cy="278123"/>
          </a:xfrm>
        </p:grpSpPr>
        <p:sp>
          <p:nvSpPr>
            <p:cNvPr id="52" name="Google Shape;60;p3">
              <a:extLst>
                <a:ext uri="{FF2B5EF4-FFF2-40B4-BE49-F238E27FC236}">
                  <a16:creationId xmlns:a16="http://schemas.microsoft.com/office/drawing/2014/main" id="{1559F5DA-B18D-651C-52F0-64E602F05161}"/>
                </a:ext>
              </a:extLst>
            </p:cNvPr>
            <p:cNvSpPr/>
            <p:nvPr/>
          </p:nvSpPr>
          <p:spPr>
            <a:xfrm>
              <a:off x="754380" y="5166907"/>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ea typeface="Arial" panose="020B0604020202020204" pitchFamily="34" charset="0"/>
                  <a:cs typeface="Arial" panose="020B0604020202020204" pitchFamily="34" charset="0"/>
                </a:rPr>
                <a:t>Q&amp;A</a:t>
              </a:r>
              <a:endParaRPr lang="en-US" sz="2700" dirty="0">
                <a:solidFill>
                  <a:schemeClr val="tx1">
                    <a:lumMod val="50000"/>
                    <a:lumOff val="50000"/>
                  </a:schemeClr>
                </a:solidFill>
              </a:endParaRPr>
            </a:p>
          </p:txBody>
        </p:sp>
        <p:sp>
          <p:nvSpPr>
            <p:cNvPr id="53" name="Google Shape;61;p3">
              <a:extLst>
                <a:ext uri="{FF2B5EF4-FFF2-40B4-BE49-F238E27FC236}">
                  <a16:creationId xmlns:a16="http://schemas.microsoft.com/office/drawing/2014/main" id="{3CA93381-05C7-6869-2C6A-D9F9CD9475D2}"/>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54" name="Google Shape;56;p3">
            <a:extLst>
              <a:ext uri="{FF2B5EF4-FFF2-40B4-BE49-F238E27FC236}">
                <a16:creationId xmlns:a16="http://schemas.microsoft.com/office/drawing/2014/main" id="{B16BFB6F-F05C-E902-F780-54F76DE8E1B1}"/>
              </a:ext>
            </a:extLst>
          </p:cNvPr>
          <p:cNvGrpSpPr/>
          <p:nvPr/>
        </p:nvGrpSpPr>
        <p:grpSpPr>
          <a:xfrm>
            <a:off x="2838827" y="5404125"/>
            <a:ext cx="8553420" cy="417186"/>
            <a:chOff x="571500" y="5165783"/>
            <a:chExt cx="5702280" cy="278124"/>
          </a:xfrm>
        </p:grpSpPr>
        <p:sp>
          <p:nvSpPr>
            <p:cNvPr id="55" name="Google Shape;57;p3">
              <a:extLst>
                <a:ext uri="{FF2B5EF4-FFF2-40B4-BE49-F238E27FC236}">
                  <a16:creationId xmlns:a16="http://schemas.microsoft.com/office/drawing/2014/main" id="{19ED329B-680C-2F4B-91C2-22D9456E29D7}"/>
                </a:ext>
              </a:extLst>
            </p:cNvPr>
            <p:cNvSpPr/>
            <p:nvPr/>
          </p:nvSpPr>
          <p:spPr>
            <a:xfrm>
              <a:off x="754380" y="5166908"/>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cs typeface="Arial" panose="020B0604020202020204" pitchFamily="34" charset="0"/>
                </a:rPr>
                <a:t>Key Tasks</a:t>
              </a:r>
            </a:p>
          </p:txBody>
        </p:sp>
        <p:sp>
          <p:nvSpPr>
            <p:cNvPr id="56" name="Google Shape;58;p3">
              <a:extLst>
                <a:ext uri="{FF2B5EF4-FFF2-40B4-BE49-F238E27FC236}">
                  <a16:creationId xmlns:a16="http://schemas.microsoft.com/office/drawing/2014/main" id="{ED519012-679F-022C-B285-26D9FB5ED4F1}"/>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spTree>
    <p:extLst>
      <p:ext uri="{BB962C8B-B14F-4D97-AF65-F5344CB8AC3E}">
        <p14:creationId xmlns:p14="http://schemas.microsoft.com/office/powerpoint/2010/main" val="18373805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par>
                                <p:cTn id="10" presetID="53" presetClass="entr" presetSubtype="16" fill="hold" nodeType="withEffect">
                                  <p:stCondLst>
                                    <p:cond delay="1500"/>
                                  </p:stCondLst>
                                  <p:childTnLst>
                                    <p:set>
                                      <p:cBhvr>
                                        <p:cTn id="11" dur="1" fill="hold">
                                          <p:stCondLst>
                                            <p:cond delay="0"/>
                                          </p:stCondLst>
                                        </p:cTn>
                                        <p:tgtEl>
                                          <p:spTgt spid="54"/>
                                        </p:tgtEl>
                                        <p:attrNameLst>
                                          <p:attrName>style.visibility</p:attrName>
                                        </p:attrNameLst>
                                      </p:cBhvr>
                                      <p:to>
                                        <p:strVal val="visible"/>
                                      </p:to>
                                    </p:set>
                                    <p:anim calcmode="lin" valueType="num">
                                      <p:cBhvr>
                                        <p:cTn id="12" dur="500" fill="hold"/>
                                        <p:tgtEl>
                                          <p:spTgt spid="54"/>
                                        </p:tgtEl>
                                        <p:attrNameLst>
                                          <p:attrName>ppt_w</p:attrName>
                                        </p:attrNameLst>
                                      </p:cBhvr>
                                      <p:tavLst>
                                        <p:tav tm="0">
                                          <p:val>
                                            <p:fltVal val="0"/>
                                          </p:val>
                                        </p:tav>
                                        <p:tav tm="100000">
                                          <p:val>
                                            <p:strVal val="#ppt_w"/>
                                          </p:val>
                                        </p:tav>
                                      </p:tavLst>
                                    </p:anim>
                                    <p:anim calcmode="lin" valueType="num">
                                      <p:cBhvr>
                                        <p:cTn id="13" dur="500" fill="hold"/>
                                        <p:tgtEl>
                                          <p:spTgt spid="54"/>
                                        </p:tgtEl>
                                        <p:attrNameLst>
                                          <p:attrName>ppt_h</p:attrName>
                                        </p:attrNameLst>
                                      </p:cBhvr>
                                      <p:tavLst>
                                        <p:tav tm="0">
                                          <p:val>
                                            <p:fltVal val="0"/>
                                          </p:val>
                                        </p:tav>
                                        <p:tav tm="100000">
                                          <p:val>
                                            <p:strVal val="#ppt_h"/>
                                          </p:val>
                                        </p:tav>
                                      </p:tavLst>
                                    </p:anim>
                                    <p:animEffect transition="in" filter="fade">
                                      <p:cBhvr>
                                        <p:cTn id="14" dur="500"/>
                                        <p:tgtEl>
                                          <p:spTgt spid="54"/>
                                        </p:tgtEl>
                                      </p:cBhvr>
                                    </p:animEffect>
                                  </p:childTnLst>
                                </p:cTn>
                              </p:par>
                              <p:par>
                                <p:cTn id="15" presetID="53" presetClass="entr" presetSubtype="16" fill="hold" nodeType="withEffect">
                                  <p:stCondLst>
                                    <p:cond delay="2000"/>
                                  </p:stCondLst>
                                  <p:childTnLst>
                                    <p:set>
                                      <p:cBhvr>
                                        <p:cTn id="16" dur="1" fill="hold">
                                          <p:stCondLst>
                                            <p:cond delay="0"/>
                                          </p:stCondLst>
                                        </p:cTn>
                                        <p:tgtEl>
                                          <p:spTgt spid="41"/>
                                        </p:tgtEl>
                                        <p:attrNameLst>
                                          <p:attrName>style.visibility</p:attrName>
                                        </p:attrNameLst>
                                      </p:cBhvr>
                                      <p:to>
                                        <p:strVal val="visible"/>
                                      </p:to>
                                    </p:set>
                                    <p:anim calcmode="lin" valueType="num">
                                      <p:cBhvr>
                                        <p:cTn id="17" dur="500" fill="hold"/>
                                        <p:tgtEl>
                                          <p:spTgt spid="41"/>
                                        </p:tgtEl>
                                        <p:attrNameLst>
                                          <p:attrName>ppt_w</p:attrName>
                                        </p:attrNameLst>
                                      </p:cBhvr>
                                      <p:tavLst>
                                        <p:tav tm="0">
                                          <p:val>
                                            <p:fltVal val="0"/>
                                          </p:val>
                                        </p:tav>
                                        <p:tav tm="100000">
                                          <p:val>
                                            <p:strVal val="#ppt_w"/>
                                          </p:val>
                                        </p:tav>
                                      </p:tavLst>
                                    </p:anim>
                                    <p:anim calcmode="lin" valueType="num">
                                      <p:cBhvr>
                                        <p:cTn id="18" dur="500" fill="hold"/>
                                        <p:tgtEl>
                                          <p:spTgt spid="41"/>
                                        </p:tgtEl>
                                        <p:attrNameLst>
                                          <p:attrName>ppt_h</p:attrName>
                                        </p:attrNameLst>
                                      </p:cBhvr>
                                      <p:tavLst>
                                        <p:tav tm="0">
                                          <p:val>
                                            <p:fltVal val="0"/>
                                          </p:val>
                                        </p:tav>
                                        <p:tav tm="100000">
                                          <p:val>
                                            <p:strVal val="#ppt_h"/>
                                          </p:val>
                                        </p:tav>
                                      </p:tavLst>
                                    </p:anim>
                                    <p:animEffect transition="in" filter="fade">
                                      <p:cBhvr>
                                        <p:cTn id="19" dur="500"/>
                                        <p:tgtEl>
                                          <p:spTgt spid="41"/>
                                        </p:tgtEl>
                                      </p:cBhvr>
                                    </p:animEffect>
                                  </p:childTnLst>
                                </p:cTn>
                              </p:par>
                              <p:par>
                                <p:cTn id="20" presetID="53" presetClass="entr" presetSubtype="16" fill="hold" nodeType="withEffect">
                                  <p:stCondLst>
                                    <p:cond delay="2500"/>
                                  </p:stCondLst>
                                  <p:childTnLst>
                                    <p:set>
                                      <p:cBhvr>
                                        <p:cTn id="21" dur="1" fill="hold">
                                          <p:stCondLst>
                                            <p:cond delay="0"/>
                                          </p:stCondLst>
                                        </p:cTn>
                                        <p:tgtEl>
                                          <p:spTgt spid="44"/>
                                        </p:tgtEl>
                                        <p:attrNameLst>
                                          <p:attrName>style.visibility</p:attrName>
                                        </p:attrNameLst>
                                      </p:cBhvr>
                                      <p:to>
                                        <p:strVal val="visible"/>
                                      </p:to>
                                    </p:set>
                                    <p:anim calcmode="lin" valueType="num">
                                      <p:cBhvr>
                                        <p:cTn id="22" dur="500" fill="hold"/>
                                        <p:tgtEl>
                                          <p:spTgt spid="44"/>
                                        </p:tgtEl>
                                        <p:attrNameLst>
                                          <p:attrName>ppt_w</p:attrName>
                                        </p:attrNameLst>
                                      </p:cBhvr>
                                      <p:tavLst>
                                        <p:tav tm="0">
                                          <p:val>
                                            <p:fltVal val="0"/>
                                          </p:val>
                                        </p:tav>
                                        <p:tav tm="100000">
                                          <p:val>
                                            <p:strVal val="#ppt_w"/>
                                          </p:val>
                                        </p:tav>
                                      </p:tavLst>
                                    </p:anim>
                                    <p:anim calcmode="lin" valueType="num">
                                      <p:cBhvr>
                                        <p:cTn id="23" dur="500" fill="hold"/>
                                        <p:tgtEl>
                                          <p:spTgt spid="44"/>
                                        </p:tgtEl>
                                        <p:attrNameLst>
                                          <p:attrName>ppt_h</p:attrName>
                                        </p:attrNameLst>
                                      </p:cBhvr>
                                      <p:tavLst>
                                        <p:tav tm="0">
                                          <p:val>
                                            <p:fltVal val="0"/>
                                          </p:val>
                                        </p:tav>
                                        <p:tav tm="100000">
                                          <p:val>
                                            <p:strVal val="#ppt_h"/>
                                          </p:val>
                                        </p:tav>
                                      </p:tavLst>
                                    </p:anim>
                                    <p:animEffect transition="in" filter="fade">
                                      <p:cBhvr>
                                        <p:cTn id="24" dur="500"/>
                                        <p:tgtEl>
                                          <p:spTgt spid="44"/>
                                        </p:tgtEl>
                                      </p:cBhvr>
                                    </p:animEffect>
                                  </p:childTnLst>
                                </p:cTn>
                              </p:par>
                              <p:par>
                                <p:cTn id="25" presetID="53" presetClass="entr" presetSubtype="16" fill="hold" nodeType="withEffect">
                                  <p:stCondLst>
                                    <p:cond delay="3000"/>
                                  </p:stCondLst>
                                  <p:childTnLst>
                                    <p:set>
                                      <p:cBhvr>
                                        <p:cTn id="26" dur="1" fill="hold">
                                          <p:stCondLst>
                                            <p:cond delay="0"/>
                                          </p:stCondLst>
                                        </p:cTn>
                                        <p:tgtEl>
                                          <p:spTgt spid="47"/>
                                        </p:tgtEl>
                                        <p:attrNameLst>
                                          <p:attrName>style.visibility</p:attrName>
                                        </p:attrNameLst>
                                      </p:cBhvr>
                                      <p:to>
                                        <p:strVal val="visible"/>
                                      </p:to>
                                    </p:set>
                                    <p:anim calcmode="lin" valueType="num">
                                      <p:cBhvr>
                                        <p:cTn id="27" dur="500" fill="hold"/>
                                        <p:tgtEl>
                                          <p:spTgt spid="47"/>
                                        </p:tgtEl>
                                        <p:attrNameLst>
                                          <p:attrName>ppt_w</p:attrName>
                                        </p:attrNameLst>
                                      </p:cBhvr>
                                      <p:tavLst>
                                        <p:tav tm="0">
                                          <p:val>
                                            <p:fltVal val="0"/>
                                          </p:val>
                                        </p:tav>
                                        <p:tav tm="100000">
                                          <p:val>
                                            <p:strVal val="#ppt_w"/>
                                          </p:val>
                                        </p:tav>
                                      </p:tavLst>
                                    </p:anim>
                                    <p:anim calcmode="lin" valueType="num">
                                      <p:cBhvr>
                                        <p:cTn id="28" dur="500" fill="hold"/>
                                        <p:tgtEl>
                                          <p:spTgt spid="47"/>
                                        </p:tgtEl>
                                        <p:attrNameLst>
                                          <p:attrName>ppt_h</p:attrName>
                                        </p:attrNameLst>
                                      </p:cBhvr>
                                      <p:tavLst>
                                        <p:tav tm="0">
                                          <p:val>
                                            <p:fltVal val="0"/>
                                          </p:val>
                                        </p:tav>
                                        <p:tav tm="100000">
                                          <p:val>
                                            <p:strVal val="#ppt_h"/>
                                          </p:val>
                                        </p:tav>
                                      </p:tavLst>
                                    </p:anim>
                                    <p:animEffect transition="in" filter="fade">
                                      <p:cBhvr>
                                        <p:cTn id="29" dur="500"/>
                                        <p:tgtEl>
                                          <p:spTgt spid="47"/>
                                        </p:tgtEl>
                                      </p:cBhvr>
                                    </p:animEffect>
                                  </p:childTnLst>
                                </p:cTn>
                              </p:par>
                              <p:par>
                                <p:cTn id="30" presetID="53" presetClass="entr" presetSubtype="16" fill="hold" nodeType="withEffect">
                                  <p:stCondLst>
                                    <p:cond delay="3500"/>
                                  </p:stCondLst>
                                  <p:childTnLst>
                                    <p:set>
                                      <p:cBhvr>
                                        <p:cTn id="31" dur="1" fill="hold">
                                          <p:stCondLst>
                                            <p:cond delay="0"/>
                                          </p:stCondLst>
                                        </p:cTn>
                                        <p:tgtEl>
                                          <p:spTgt spid="51"/>
                                        </p:tgtEl>
                                        <p:attrNameLst>
                                          <p:attrName>style.visibility</p:attrName>
                                        </p:attrNameLst>
                                      </p:cBhvr>
                                      <p:to>
                                        <p:strVal val="visible"/>
                                      </p:to>
                                    </p:set>
                                    <p:anim calcmode="lin" valueType="num">
                                      <p:cBhvr>
                                        <p:cTn id="32" dur="500" fill="hold"/>
                                        <p:tgtEl>
                                          <p:spTgt spid="51"/>
                                        </p:tgtEl>
                                        <p:attrNameLst>
                                          <p:attrName>ppt_w</p:attrName>
                                        </p:attrNameLst>
                                      </p:cBhvr>
                                      <p:tavLst>
                                        <p:tav tm="0">
                                          <p:val>
                                            <p:fltVal val="0"/>
                                          </p:val>
                                        </p:tav>
                                        <p:tav tm="100000">
                                          <p:val>
                                            <p:strVal val="#ppt_w"/>
                                          </p:val>
                                        </p:tav>
                                      </p:tavLst>
                                    </p:anim>
                                    <p:anim calcmode="lin" valueType="num">
                                      <p:cBhvr>
                                        <p:cTn id="33" dur="500" fill="hold"/>
                                        <p:tgtEl>
                                          <p:spTgt spid="51"/>
                                        </p:tgtEl>
                                        <p:attrNameLst>
                                          <p:attrName>ppt_h</p:attrName>
                                        </p:attrNameLst>
                                      </p:cBhvr>
                                      <p:tavLst>
                                        <p:tav tm="0">
                                          <p:val>
                                            <p:fltVal val="0"/>
                                          </p:val>
                                        </p:tav>
                                        <p:tav tm="100000">
                                          <p:val>
                                            <p:strVal val="#ppt_h"/>
                                          </p:val>
                                        </p:tav>
                                      </p:tavLst>
                                    </p:anim>
                                    <p:animEffect transition="in" filter="fade">
                                      <p:cBhvr>
                                        <p:cTn id="34" dur="500"/>
                                        <p:tgtEl>
                                          <p:spTgt spid="51"/>
                                        </p:tgtEl>
                                      </p:cBhvr>
                                    </p:animEffect>
                                  </p:childTnLst>
                                </p:cTn>
                              </p:par>
                              <p:par>
                                <p:cTn id="35" presetID="53" presetClass="entr" presetSubtype="16" fill="hold" nodeType="withEffect">
                                  <p:stCondLst>
                                    <p:cond delay="1000"/>
                                  </p:stCondLst>
                                  <p:childTnLst>
                                    <p:set>
                                      <p:cBhvr>
                                        <p:cTn id="36" dur="1" fill="hold">
                                          <p:stCondLst>
                                            <p:cond delay="0"/>
                                          </p:stCondLst>
                                        </p:cTn>
                                        <p:tgtEl>
                                          <p:spTgt spid="17"/>
                                        </p:tgtEl>
                                        <p:attrNameLst>
                                          <p:attrName>style.visibility</p:attrName>
                                        </p:attrNameLst>
                                      </p:cBhvr>
                                      <p:to>
                                        <p:strVal val="visible"/>
                                      </p:to>
                                    </p:set>
                                    <p:anim calcmode="lin" valueType="num">
                                      <p:cBhvr>
                                        <p:cTn id="37" dur="500" fill="hold"/>
                                        <p:tgtEl>
                                          <p:spTgt spid="17"/>
                                        </p:tgtEl>
                                        <p:attrNameLst>
                                          <p:attrName>ppt_w</p:attrName>
                                        </p:attrNameLst>
                                      </p:cBhvr>
                                      <p:tavLst>
                                        <p:tav tm="0">
                                          <p:val>
                                            <p:fltVal val="0"/>
                                          </p:val>
                                        </p:tav>
                                        <p:tav tm="100000">
                                          <p:val>
                                            <p:strVal val="#ppt_w"/>
                                          </p:val>
                                        </p:tav>
                                      </p:tavLst>
                                    </p:anim>
                                    <p:anim calcmode="lin" valueType="num">
                                      <p:cBhvr>
                                        <p:cTn id="38" dur="500" fill="hold"/>
                                        <p:tgtEl>
                                          <p:spTgt spid="17"/>
                                        </p:tgtEl>
                                        <p:attrNameLst>
                                          <p:attrName>ppt_h</p:attrName>
                                        </p:attrNameLst>
                                      </p:cBhvr>
                                      <p:tavLst>
                                        <p:tav tm="0">
                                          <p:val>
                                            <p:fltVal val="0"/>
                                          </p:val>
                                        </p:tav>
                                        <p:tav tm="100000">
                                          <p:val>
                                            <p:strVal val="#ppt_h"/>
                                          </p:val>
                                        </p:tav>
                                      </p:tavLst>
                                    </p:anim>
                                    <p:animEffect transition="in" filter="fade">
                                      <p:cBhvr>
                                        <p:cTn id="39" dur="500"/>
                                        <p:tgtEl>
                                          <p:spTgt spid="17"/>
                                        </p:tgtEl>
                                      </p:cBhvr>
                                    </p:animEffect>
                                  </p:childTnLst>
                                </p:cTn>
                              </p:par>
                              <p:par>
                                <p:cTn id="40" presetID="53" presetClass="entr" presetSubtype="16" fill="hold" nodeType="withEffect">
                                  <p:stCondLst>
                                    <p:cond delay="500"/>
                                  </p:stCondLst>
                                  <p:childTnLst>
                                    <p:set>
                                      <p:cBhvr>
                                        <p:cTn id="41" dur="1" fill="hold">
                                          <p:stCondLst>
                                            <p:cond delay="0"/>
                                          </p:stCondLst>
                                        </p:cTn>
                                        <p:tgtEl>
                                          <p:spTgt spid="26"/>
                                        </p:tgtEl>
                                        <p:attrNameLst>
                                          <p:attrName>style.visibility</p:attrName>
                                        </p:attrNameLst>
                                      </p:cBhvr>
                                      <p:to>
                                        <p:strVal val="visible"/>
                                      </p:to>
                                    </p:set>
                                    <p:anim calcmode="lin" valueType="num">
                                      <p:cBhvr>
                                        <p:cTn id="42" dur="500" fill="hold"/>
                                        <p:tgtEl>
                                          <p:spTgt spid="26"/>
                                        </p:tgtEl>
                                        <p:attrNameLst>
                                          <p:attrName>ppt_w</p:attrName>
                                        </p:attrNameLst>
                                      </p:cBhvr>
                                      <p:tavLst>
                                        <p:tav tm="0">
                                          <p:val>
                                            <p:fltVal val="0"/>
                                          </p:val>
                                        </p:tav>
                                        <p:tav tm="100000">
                                          <p:val>
                                            <p:strVal val="#ppt_w"/>
                                          </p:val>
                                        </p:tav>
                                      </p:tavLst>
                                    </p:anim>
                                    <p:anim calcmode="lin" valueType="num">
                                      <p:cBhvr>
                                        <p:cTn id="43" dur="500" fill="hold"/>
                                        <p:tgtEl>
                                          <p:spTgt spid="26"/>
                                        </p:tgtEl>
                                        <p:attrNameLst>
                                          <p:attrName>ppt_h</p:attrName>
                                        </p:attrNameLst>
                                      </p:cBhvr>
                                      <p:tavLst>
                                        <p:tav tm="0">
                                          <p:val>
                                            <p:fltVal val="0"/>
                                          </p:val>
                                        </p:tav>
                                        <p:tav tm="100000">
                                          <p:val>
                                            <p:strVal val="#ppt_h"/>
                                          </p:val>
                                        </p:tav>
                                      </p:tavLst>
                                    </p:anim>
                                    <p:animEffect transition="in" filter="fade">
                                      <p:cBhvr>
                                        <p:cTn id="44"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8"/>
        <p:cNvGrpSpPr/>
        <p:nvPr/>
      </p:nvGrpSpPr>
      <p:grpSpPr>
        <a:xfrm>
          <a:off x="0" y="0"/>
          <a:ext cx="0" cy="0"/>
          <a:chOff x="0" y="0"/>
          <a:chExt cx="0" cy="0"/>
        </a:xfrm>
      </p:grpSpPr>
      <p:sp>
        <p:nvSpPr>
          <p:cNvPr id="39" name="Google Shape;39;p2"/>
          <p:cNvSpPr/>
          <p:nvPr/>
        </p:nvSpPr>
        <p:spPr>
          <a:xfrm>
            <a:off x="2262267" y="1405071"/>
            <a:ext cx="10512900" cy="1015663"/>
          </a:xfrm>
          <a:prstGeom prst="rect">
            <a:avLst/>
          </a:prstGeom>
          <a:noFill/>
          <a:ln>
            <a:noFill/>
          </a:ln>
        </p:spPr>
        <p:txBody>
          <a:bodyPr spcFirstLastPara="1" wrap="square" lIns="0" tIns="0" rIns="0" bIns="0" anchor="t" anchorCtr="0">
            <a:spAutoFit/>
          </a:bodyPr>
          <a:lstStyle/>
          <a:p>
            <a:r>
              <a:rPr lang="en-US" sz="6600" dirty="0">
                <a:solidFill>
                  <a:schemeClr val="lt1"/>
                </a:solidFill>
              </a:rPr>
              <a:t>Problem Statement</a:t>
            </a:r>
            <a:endParaRPr lang="en-US" sz="2700" dirty="0"/>
          </a:p>
        </p:txBody>
      </p:sp>
      <p:cxnSp>
        <p:nvCxnSpPr>
          <p:cNvPr id="41" name="Google Shape;41;p2"/>
          <p:cNvCxnSpPr>
            <a:cxnSpLocks/>
          </p:cNvCxnSpPr>
          <p:nvPr/>
        </p:nvCxnSpPr>
        <p:spPr>
          <a:xfrm>
            <a:off x="1459078" y="2723791"/>
            <a:ext cx="0" cy="3867509"/>
          </a:xfrm>
          <a:prstGeom prst="straightConnector1">
            <a:avLst/>
          </a:prstGeom>
          <a:noFill/>
          <a:ln w="38100" cap="flat" cmpd="sng">
            <a:solidFill>
              <a:schemeClr val="lt1"/>
            </a:solidFill>
            <a:prstDash val="solid"/>
            <a:miter lim="800000"/>
            <a:headEnd type="none" w="sm" len="sm"/>
            <a:tailEnd type="none" w="sm" len="sm"/>
          </a:ln>
        </p:spPr>
      </p:cxnSp>
      <p:sp>
        <p:nvSpPr>
          <p:cNvPr id="3" name="Content">
            <a:extLst>
              <a:ext uri="{FF2B5EF4-FFF2-40B4-BE49-F238E27FC236}">
                <a16:creationId xmlns:a16="http://schemas.microsoft.com/office/drawing/2014/main" id="{EB60DFC4-0468-46D3-4D7F-DFD37D756FA9}"/>
              </a:ext>
            </a:extLst>
          </p:cNvPr>
          <p:cNvSpPr/>
          <p:nvPr/>
        </p:nvSpPr>
        <p:spPr>
          <a:xfrm>
            <a:off x="1746803" y="3208652"/>
            <a:ext cx="15887700" cy="4738392"/>
          </a:xfrm>
          <a:prstGeom prst="rect">
            <a:avLst/>
          </a:prstGeom>
          <a:noFill/>
          <a:ln>
            <a:noFill/>
          </a:ln>
        </p:spPr>
        <p:txBody>
          <a:bodyPr wrap="square" lIns="0" tIns="0" rIns="0" bIns="0" anchor="ctr">
            <a:normAutofit/>
          </a:bodyPr>
          <a:lstStyle/>
          <a:p>
            <a:pPr marL="457200" indent="-457200">
              <a:spcAft>
                <a:spcPts val="1600"/>
              </a:spcAft>
              <a:buClr>
                <a:srgbClr val="193EB0"/>
              </a:buClr>
              <a:buFont typeface="Arial" panose="020B0604020202020204" pitchFamily="34" charset="0"/>
              <a:buChar char="•"/>
            </a:pPr>
            <a:endParaRPr lang="en-US" dirty="0">
              <a:solidFill>
                <a:schemeClr val="bg1"/>
              </a:solidFill>
              <a:latin typeface="Arial"/>
              <a:ea typeface="Arial"/>
              <a:cs typeface="Arial"/>
            </a:endParaRPr>
          </a:p>
        </p:txBody>
      </p:sp>
      <p:sp>
        <p:nvSpPr>
          <p:cNvPr id="2" name="TextBox 1">
            <a:extLst>
              <a:ext uri="{FF2B5EF4-FFF2-40B4-BE49-F238E27FC236}">
                <a16:creationId xmlns:a16="http://schemas.microsoft.com/office/drawing/2014/main" id="{D73C132B-0A2A-6267-E258-08F93BEA63F8}"/>
              </a:ext>
            </a:extLst>
          </p:cNvPr>
          <p:cNvSpPr txBox="1"/>
          <p:nvPr/>
        </p:nvSpPr>
        <p:spPr>
          <a:xfrm>
            <a:off x="1905000" y="2723791"/>
            <a:ext cx="14635382" cy="3785652"/>
          </a:xfrm>
          <a:prstGeom prst="rect">
            <a:avLst/>
          </a:prstGeom>
          <a:noFill/>
        </p:spPr>
        <p:txBody>
          <a:bodyPr wrap="square" rtlCol="0">
            <a:spAutoFit/>
          </a:bodyPr>
          <a:lstStyle/>
          <a:p>
            <a:pPr marL="342900" indent="-342900">
              <a:buFont typeface="Arial" panose="020B0604020202020204" pitchFamily="34" charset="0"/>
              <a:buChar char="•"/>
            </a:pPr>
            <a:r>
              <a:rPr lang="en-US" sz="2400" b="1" dirty="0">
                <a:solidFill>
                  <a:schemeClr val="bg1"/>
                </a:solidFill>
              </a:rPr>
              <a:t>EV drivers often arrive at charging stations and find all chargers busy, with no prior way to plan or check availability.</a:t>
            </a:r>
            <a:endParaRPr lang="ar-EG" sz="2400" b="1" dirty="0">
              <a:solidFill>
                <a:schemeClr val="bg1"/>
              </a:solidFill>
            </a:endParaRPr>
          </a:p>
          <a:p>
            <a:pPr marL="342900" indent="-342900">
              <a:buFont typeface="Arial" panose="020B0604020202020204" pitchFamily="34" charset="0"/>
              <a:buChar char="•"/>
            </a:pPr>
            <a:endParaRPr lang="en-US" sz="2400" b="1" dirty="0">
              <a:solidFill>
                <a:schemeClr val="bg1"/>
              </a:solidFill>
            </a:endParaRPr>
          </a:p>
          <a:p>
            <a:pPr marL="342900" indent="-342900">
              <a:buFont typeface="Arial" panose="020B0604020202020204" pitchFamily="34" charset="0"/>
              <a:buChar char="•"/>
            </a:pPr>
            <a:r>
              <a:rPr lang="en-US" sz="2400" b="1" dirty="0">
                <a:solidFill>
                  <a:schemeClr val="bg1"/>
                </a:solidFill>
              </a:rPr>
              <a:t>Station operators are forced to manage bookings and walk-ins manually, leading to disorganization and difficult operations.</a:t>
            </a:r>
            <a:endParaRPr lang="ar-EG" sz="2400" b="1" dirty="0">
              <a:solidFill>
                <a:schemeClr val="bg1"/>
              </a:solidFill>
            </a:endParaRPr>
          </a:p>
          <a:p>
            <a:pPr marL="342900" indent="-342900">
              <a:buFont typeface="Arial" panose="020B0604020202020204" pitchFamily="34" charset="0"/>
              <a:buChar char="•"/>
            </a:pPr>
            <a:endParaRPr lang="en-US" sz="2400" dirty="0">
              <a:solidFill>
                <a:schemeClr val="bg1"/>
              </a:solidFill>
            </a:endParaRPr>
          </a:p>
          <a:p>
            <a:pPr marL="342900" indent="-342900">
              <a:buFont typeface="Arial" panose="020B0604020202020204" pitchFamily="34" charset="0"/>
              <a:buChar char="•"/>
            </a:pPr>
            <a:r>
              <a:rPr lang="en-US" sz="2400" b="1" dirty="0">
                <a:solidFill>
                  <a:schemeClr val="bg1"/>
                </a:solidFill>
              </a:rPr>
              <a:t>Network managers lack clear visibility into which stations are overloaded, underutilized, or sitting idle.</a:t>
            </a:r>
            <a:endParaRPr lang="ar-EG" sz="2400" b="1" dirty="0">
              <a:solidFill>
                <a:schemeClr val="bg1"/>
              </a:solidFill>
            </a:endParaRPr>
          </a:p>
          <a:p>
            <a:pPr marL="342900" indent="-342900">
              <a:buFont typeface="Arial" panose="020B0604020202020204" pitchFamily="34" charset="0"/>
              <a:buChar char="•"/>
            </a:pPr>
            <a:endParaRPr lang="en-US" sz="2400" dirty="0">
              <a:solidFill>
                <a:schemeClr val="bg1"/>
              </a:solidFill>
            </a:endParaRPr>
          </a:p>
          <a:p>
            <a:pPr marL="342900" indent="-342900">
              <a:buFont typeface="Arial" panose="020B0604020202020204" pitchFamily="34" charset="0"/>
              <a:buChar char="•"/>
            </a:pPr>
            <a:r>
              <a:rPr lang="en-US" sz="2400" b="1" dirty="0" err="1">
                <a:solidFill>
                  <a:schemeClr val="bg1"/>
                </a:solidFill>
              </a:rPr>
              <a:t>ChargeSpot</a:t>
            </a:r>
            <a:r>
              <a:rPr lang="en-US" sz="2400" b="1" dirty="0">
                <a:solidFill>
                  <a:schemeClr val="bg1"/>
                </a:solidFill>
              </a:rPr>
              <a:t> solves these issues by providing a structured platform for advance slot bookings, a fair waiting list queue, and precise session tracking.</a:t>
            </a:r>
            <a:endParaRPr lang="en-US" sz="2400" dirty="0">
              <a:solidFill>
                <a:schemeClr val="bg1"/>
              </a:solidFill>
            </a:endParaRPr>
          </a:p>
        </p:txBody>
      </p:sp>
    </p:spTree>
    <p:extLst>
      <p:ext uri="{BB962C8B-B14F-4D97-AF65-F5344CB8AC3E}">
        <p14:creationId xmlns:p14="http://schemas.microsoft.com/office/powerpoint/2010/main" val="33392820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nodePh="1">
                                  <p:stCondLst>
                                    <p:cond delay="0"/>
                                  </p:stCondLst>
                                  <p:endCondLst>
                                    <p:cond evt="begin" delay="0">
                                      <p:tn val="5"/>
                                    </p:cond>
                                  </p:endCondLst>
                                  <p:childTnLst>
                                    <p:set>
                                      <p:cBhvr>
                                        <p:cTn id="6" dur="1" fill="hold">
                                          <p:stCondLst>
                                            <p:cond delay="0"/>
                                          </p:stCondLst>
                                        </p:cTn>
                                        <p:tgtEl>
                                          <p:spTgt spid="3"/>
                                        </p:tgtEl>
                                        <p:attrNameLst>
                                          <p:attrName>style.visibility</p:attrName>
                                        </p:attrNameLst>
                                      </p:cBhvr>
                                      <p:to>
                                        <p:strVal val="visible"/>
                                      </p:to>
                                    </p:set>
                                    <p:animEffect transition="in" filter="wipe(up)">
                                      <p:cBhvr>
                                        <p:cTn id="7" dur="1000"/>
                                        <p:tgtEl>
                                          <p:spTgt spid="3"/>
                                        </p:tgtEl>
                                      </p:cBhvr>
                                    </p:animEffect>
                                  </p:childTnLst>
                                </p:cTn>
                              </p:par>
                              <p:par>
                                <p:cTn id="8" presetID="22" presetClass="entr" presetSubtype="1" fill="hold" nodeType="withEffect">
                                  <p:stCondLst>
                                    <p:cond delay="0"/>
                                  </p:stCondLst>
                                  <p:childTnLst>
                                    <p:set>
                                      <p:cBhvr>
                                        <p:cTn id="9" dur="1" fill="hold">
                                          <p:stCondLst>
                                            <p:cond delay="0"/>
                                          </p:stCondLst>
                                        </p:cTn>
                                        <p:tgtEl>
                                          <p:spTgt spid="41"/>
                                        </p:tgtEl>
                                        <p:attrNameLst>
                                          <p:attrName>style.visibility</p:attrName>
                                        </p:attrNameLst>
                                      </p:cBhvr>
                                      <p:to>
                                        <p:strVal val="visible"/>
                                      </p:to>
                                    </p:set>
                                    <p:animEffect transition="in" filter="wipe(up)">
                                      <p:cBhvr>
                                        <p:cTn id="10" dur="1000"/>
                                        <p:tgtEl>
                                          <p:spTgt spid="41"/>
                                        </p:tgtEl>
                                      </p:cBhvr>
                                    </p:animEffect>
                                  </p:childTnLst>
                                </p:cTn>
                              </p:par>
                              <p:par>
                                <p:cTn id="11" presetID="22" presetClass="entr" presetSubtype="1" fill="hold" grpId="0" nodeType="withEffect">
                                  <p:stCondLst>
                                    <p:cond delay="0"/>
                                  </p:stCondLst>
                                  <p:childTnLst>
                                    <p:set>
                                      <p:cBhvr>
                                        <p:cTn id="12" dur="1" fill="hold">
                                          <p:stCondLst>
                                            <p:cond delay="0"/>
                                          </p:stCondLst>
                                        </p:cTn>
                                        <p:tgtEl>
                                          <p:spTgt spid="2"/>
                                        </p:tgtEl>
                                        <p:attrNameLst>
                                          <p:attrName>style.visibility</p:attrName>
                                        </p:attrNameLst>
                                      </p:cBhvr>
                                      <p:to>
                                        <p:strVal val="visible"/>
                                      </p:to>
                                    </p:set>
                                    <p:animEffect transition="in" filter="wipe(up)">
                                      <p:cBhvr>
                                        <p:cTn id="13"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7"/>
        <p:cNvGrpSpPr/>
        <p:nvPr/>
      </p:nvGrpSpPr>
      <p:grpSpPr>
        <a:xfrm>
          <a:off x="0" y="0"/>
          <a:ext cx="0" cy="0"/>
          <a:chOff x="0" y="0"/>
          <a:chExt cx="0" cy="0"/>
        </a:xfrm>
      </p:grpSpPr>
      <p:sp>
        <p:nvSpPr>
          <p:cNvPr id="48" name="Google Shape;48;p3"/>
          <p:cNvSpPr/>
          <p:nvPr/>
        </p:nvSpPr>
        <p:spPr>
          <a:xfrm>
            <a:off x="2555082" y="1393442"/>
            <a:ext cx="7433550" cy="769441"/>
          </a:xfrm>
          <a:prstGeom prst="rect">
            <a:avLst/>
          </a:prstGeom>
          <a:noFill/>
          <a:ln>
            <a:noFill/>
          </a:ln>
        </p:spPr>
        <p:txBody>
          <a:bodyPr spcFirstLastPara="1" wrap="square" lIns="0" tIns="0" rIns="0" bIns="0" anchor="t" anchorCtr="0">
            <a:spAutoFit/>
          </a:bodyPr>
          <a:lstStyle/>
          <a:p>
            <a:r>
              <a:rPr lang="en-US" sz="5000" b="1" dirty="0">
                <a:solidFill>
                  <a:schemeClr val="lt1"/>
                </a:solidFill>
              </a:rPr>
              <a:t>Agenda</a:t>
            </a:r>
            <a:endParaRPr sz="5000" b="1" dirty="0">
              <a:solidFill>
                <a:schemeClr val="lt1"/>
              </a:solidFill>
            </a:endParaRPr>
          </a:p>
        </p:txBody>
      </p:sp>
      <p:grpSp>
        <p:nvGrpSpPr>
          <p:cNvPr id="2" name="Google Shape;50;p3">
            <a:extLst>
              <a:ext uri="{FF2B5EF4-FFF2-40B4-BE49-F238E27FC236}">
                <a16:creationId xmlns:a16="http://schemas.microsoft.com/office/drawing/2014/main" id="{E2B5B782-5B12-44EC-DE2B-CFD7C0363A0A}"/>
              </a:ext>
            </a:extLst>
          </p:cNvPr>
          <p:cNvGrpSpPr/>
          <p:nvPr/>
        </p:nvGrpSpPr>
        <p:grpSpPr>
          <a:xfrm>
            <a:off x="2810560" y="3723114"/>
            <a:ext cx="8553420" cy="417183"/>
            <a:chOff x="571500" y="2336175"/>
            <a:chExt cx="5702280" cy="278122"/>
          </a:xfrm>
        </p:grpSpPr>
        <p:sp>
          <p:nvSpPr>
            <p:cNvPr id="3" name="Google Shape;51;p3">
              <a:extLst>
                <a:ext uri="{FF2B5EF4-FFF2-40B4-BE49-F238E27FC236}">
                  <a16:creationId xmlns:a16="http://schemas.microsoft.com/office/drawing/2014/main" id="{EC9CBDC3-46C4-05CD-6DD5-372C3499F721}"/>
                </a:ext>
              </a:extLst>
            </p:cNvPr>
            <p:cNvSpPr/>
            <p:nvPr/>
          </p:nvSpPr>
          <p:spPr>
            <a:xfrm>
              <a:off x="754380" y="2337298"/>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rPr>
                <a:t>Team</a:t>
              </a:r>
              <a:endParaRPr sz="2700" dirty="0">
                <a:solidFill>
                  <a:schemeClr val="tx1">
                    <a:lumMod val="50000"/>
                    <a:lumOff val="50000"/>
                  </a:schemeClr>
                </a:solidFill>
              </a:endParaRPr>
            </a:p>
          </p:txBody>
        </p:sp>
        <p:sp>
          <p:nvSpPr>
            <p:cNvPr id="4" name="Google Shape;52;p3">
              <a:extLst>
                <a:ext uri="{FF2B5EF4-FFF2-40B4-BE49-F238E27FC236}">
                  <a16:creationId xmlns:a16="http://schemas.microsoft.com/office/drawing/2014/main" id="{C7838699-C280-E980-B759-2787620C175A}"/>
                </a:ext>
              </a:extLst>
            </p:cNvPr>
            <p:cNvSpPr/>
            <p:nvPr/>
          </p:nvSpPr>
          <p:spPr>
            <a:xfrm>
              <a:off x="571500" y="2336175"/>
              <a:ext cx="36000" cy="252000"/>
            </a:xfrm>
            <a:prstGeom prst="rect">
              <a:avLst/>
            </a:prstGeom>
            <a:solidFill>
              <a:schemeClr val="bg1">
                <a:lumMod val="65000"/>
              </a:schemeClr>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17" name="Google Shape;53;p3">
            <a:extLst>
              <a:ext uri="{FF2B5EF4-FFF2-40B4-BE49-F238E27FC236}">
                <a16:creationId xmlns:a16="http://schemas.microsoft.com/office/drawing/2014/main" id="{45390769-5DBD-5D20-6B29-C7D403F2253D}"/>
              </a:ext>
            </a:extLst>
          </p:cNvPr>
          <p:cNvGrpSpPr/>
          <p:nvPr/>
        </p:nvGrpSpPr>
        <p:grpSpPr>
          <a:xfrm>
            <a:off x="2819400" y="4837032"/>
            <a:ext cx="8553420" cy="417185"/>
            <a:chOff x="571500" y="3764860"/>
            <a:chExt cx="5702280" cy="278123"/>
          </a:xfrm>
        </p:grpSpPr>
        <p:sp>
          <p:nvSpPr>
            <p:cNvPr id="18" name="Google Shape;54;p3">
              <a:extLst>
                <a:ext uri="{FF2B5EF4-FFF2-40B4-BE49-F238E27FC236}">
                  <a16:creationId xmlns:a16="http://schemas.microsoft.com/office/drawing/2014/main" id="{F95E8AB1-C86C-5951-0C0A-796069300F7D}"/>
                </a:ext>
              </a:extLst>
            </p:cNvPr>
            <p:cNvSpPr/>
            <p:nvPr/>
          </p:nvSpPr>
          <p:spPr>
            <a:xfrm>
              <a:off x="754380" y="3765984"/>
              <a:ext cx="5519400" cy="276999"/>
            </a:xfrm>
            <a:prstGeom prst="rect">
              <a:avLst/>
            </a:prstGeom>
            <a:noFill/>
            <a:ln>
              <a:noFill/>
            </a:ln>
          </p:spPr>
          <p:txBody>
            <a:bodyPr spcFirstLastPara="1" wrap="square" lIns="0" tIns="0" rIns="0" bIns="0" anchor="ctr" anchorCtr="0">
              <a:spAutoFit/>
            </a:bodyPr>
            <a:lstStyle/>
            <a:p>
              <a:r>
                <a:rPr lang="en-US" sz="2700" b="1" dirty="0">
                  <a:latin typeface="Arial" panose="020B0604020202020204" pitchFamily="34" charset="0"/>
                  <a:cs typeface="Arial" panose="020B0604020202020204" pitchFamily="34" charset="0"/>
                </a:rPr>
                <a:t>Introduction</a:t>
              </a:r>
            </a:p>
          </p:txBody>
        </p:sp>
        <p:sp>
          <p:nvSpPr>
            <p:cNvPr id="19" name="Google Shape;55;p3">
              <a:extLst>
                <a:ext uri="{FF2B5EF4-FFF2-40B4-BE49-F238E27FC236}">
                  <a16:creationId xmlns:a16="http://schemas.microsoft.com/office/drawing/2014/main" id="{89D57B8B-FE06-CC1A-1314-83365C8A16D2}"/>
                </a:ext>
              </a:extLst>
            </p:cNvPr>
            <p:cNvSpPr/>
            <p:nvPr/>
          </p:nvSpPr>
          <p:spPr>
            <a:xfrm>
              <a:off x="571500" y="3764860"/>
              <a:ext cx="36000" cy="252000"/>
            </a:xfrm>
            <a:prstGeom prst="rect">
              <a:avLst/>
            </a:prstGeom>
            <a:solidFill>
              <a:schemeClr val="tx2"/>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26" name="Google Shape;53;p3">
            <a:extLst>
              <a:ext uri="{FF2B5EF4-FFF2-40B4-BE49-F238E27FC236}">
                <a16:creationId xmlns:a16="http://schemas.microsoft.com/office/drawing/2014/main" id="{2FD0EABC-52F2-4414-C7E0-16AF5C8B4532}"/>
              </a:ext>
            </a:extLst>
          </p:cNvPr>
          <p:cNvGrpSpPr/>
          <p:nvPr/>
        </p:nvGrpSpPr>
        <p:grpSpPr>
          <a:xfrm>
            <a:off x="2814980" y="4275458"/>
            <a:ext cx="8553420" cy="417185"/>
            <a:chOff x="571500" y="3764860"/>
            <a:chExt cx="5702280" cy="278123"/>
          </a:xfrm>
        </p:grpSpPr>
        <p:sp>
          <p:nvSpPr>
            <p:cNvPr id="27" name="Google Shape;54;p3">
              <a:extLst>
                <a:ext uri="{FF2B5EF4-FFF2-40B4-BE49-F238E27FC236}">
                  <a16:creationId xmlns:a16="http://schemas.microsoft.com/office/drawing/2014/main" id="{C798BA73-F11F-0207-BB46-3A4648622ECF}"/>
                </a:ext>
              </a:extLst>
            </p:cNvPr>
            <p:cNvSpPr/>
            <p:nvPr/>
          </p:nvSpPr>
          <p:spPr>
            <a:xfrm>
              <a:off x="754380" y="3765984"/>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cs typeface="Arial" panose="020B0604020202020204" pitchFamily="34" charset="0"/>
                </a:rPr>
                <a:t>Problem Statement</a:t>
              </a:r>
              <a:endParaRPr lang="en-US" sz="3600" dirty="0">
                <a:solidFill>
                  <a:schemeClr val="tx1">
                    <a:lumMod val="50000"/>
                    <a:lumOff val="50000"/>
                  </a:schemeClr>
                </a:solidFill>
              </a:endParaRPr>
            </a:p>
          </p:txBody>
        </p:sp>
        <p:sp>
          <p:nvSpPr>
            <p:cNvPr id="28" name="Google Shape;55;p3">
              <a:extLst>
                <a:ext uri="{FF2B5EF4-FFF2-40B4-BE49-F238E27FC236}">
                  <a16:creationId xmlns:a16="http://schemas.microsoft.com/office/drawing/2014/main" id="{17C2752D-50A8-62F0-8AA6-11C8C3B9AFF3}"/>
                </a:ext>
              </a:extLst>
            </p:cNvPr>
            <p:cNvSpPr/>
            <p:nvPr/>
          </p:nvSpPr>
          <p:spPr>
            <a:xfrm>
              <a:off x="571500" y="3764860"/>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23" name="Google Shape;59;p3">
            <a:extLst>
              <a:ext uri="{FF2B5EF4-FFF2-40B4-BE49-F238E27FC236}">
                <a16:creationId xmlns:a16="http://schemas.microsoft.com/office/drawing/2014/main" id="{54018E2D-36AB-1EDF-D600-D15897955066}"/>
              </a:ext>
            </a:extLst>
          </p:cNvPr>
          <p:cNvGrpSpPr/>
          <p:nvPr/>
        </p:nvGrpSpPr>
        <p:grpSpPr>
          <a:xfrm>
            <a:off x="2819400" y="5448300"/>
            <a:ext cx="8553420" cy="417167"/>
            <a:chOff x="571500" y="5165783"/>
            <a:chExt cx="5702280" cy="278111"/>
          </a:xfrm>
        </p:grpSpPr>
        <p:sp>
          <p:nvSpPr>
            <p:cNvPr id="24" name="Google Shape;60;p3">
              <a:extLst>
                <a:ext uri="{FF2B5EF4-FFF2-40B4-BE49-F238E27FC236}">
                  <a16:creationId xmlns:a16="http://schemas.microsoft.com/office/drawing/2014/main" id="{C284BEBB-714C-92CC-389B-E04930B213DE}"/>
                </a:ext>
              </a:extLst>
            </p:cNvPr>
            <p:cNvSpPr/>
            <p:nvPr/>
          </p:nvSpPr>
          <p:spPr>
            <a:xfrm>
              <a:off x="754380" y="5166895"/>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ea typeface="Arial" panose="020B0604020202020204" pitchFamily="34" charset="0"/>
                  <a:cs typeface="Arial" panose="020B0604020202020204" pitchFamily="34" charset="0"/>
                </a:rPr>
                <a:t>Methodology</a:t>
              </a:r>
              <a:endParaRPr lang="en-US" sz="3600" dirty="0">
                <a:solidFill>
                  <a:schemeClr val="tx1">
                    <a:lumMod val="50000"/>
                    <a:lumOff val="50000"/>
                  </a:schemeClr>
                </a:solidFill>
              </a:endParaRPr>
            </a:p>
          </p:txBody>
        </p:sp>
        <p:sp>
          <p:nvSpPr>
            <p:cNvPr id="25" name="Google Shape;61;p3">
              <a:extLst>
                <a:ext uri="{FF2B5EF4-FFF2-40B4-BE49-F238E27FC236}">
                  <a16:creationId xmlns:a16="http://schemas.microsoft.com/office/drawing/2014/main" id="{394F93CE-FA03-9F84-6741-14F9A46C6D20}"/>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29" name="Google Shape;59;p3">
            <a:extLst>
              <a:ext uri="{FF2B5EF4-FFF2-40B4-BE49-F238E27FC236}">
                <a16:creationId xmlns:a16="http://schemas.microsoft.com/office/drawing/2014/main" id="{1BA0F404-A618-BA1C-0C1D-8354EB22E6B7}"/>
              </a:ext>
            </a:extLst>
          </p:cNvPr>
          <p:cNvGrpSpPr/>
          <p:nvPr/>
        </p:nvGrpSpPr>
        <p:grpSpPr>
          <a:xfrm>
            <a:off x="2838827" y="6691517"/>
            <a:ext cx="8553420" cy="417186"/>
            <a:chOff x="571500" y="5165783"/>
            <a:chExt cx="5702280" cy="278124"/>
          </a:xfrm>
        </p:grpSpPr>
        <p:sp>
          <p:nvSpPr>
            <p:cNvPr id="30" name="Google Shape;60;p3">
              <a:extLst>
                <a:ext uri="{FF2B5EF4-FFF2-40B4-BE49-F238E27FC236}">
                  <a16:creationId xmlns:a16="http://schemas.microsoft.com/office/drawing/2014/main" id="{1FA5297E-EA5D-D0DB-126D-6DF8EC831E4D}"/>
                </a:ext>
              </a:extLst>
            </p:cNvPr>
            <p:cNvSpPr/>
            <p:nvPr/>
          </p:nvSpPr>
          <p:spPr>
            <a:xfrm>
              <a:off x="754380" y="5166909"/>
              <a:ext cx="5519400" cy="276998"/>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rPr>
                <a:t>Results and Insights</a:t>
              </a:r>
            </a:p>
          </p:txBody>
        </p:sp>
        <p:sp>
          <p:nvSpPr>
            <p:cNvPr id="31" name="Google Shape;61;p3">
              <a:extLst>
                <a:ext uri="{FF2B5EF4-FFF2-40B4-BE49-F238E27FC236}">
                  <a16:creationId xmlns:a16="http://schemas.microsoft.com/office/drawing/2014/main" id="{4A19E93E-6108-ED16-243D-B4A0E6FBA9EE}"/>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dirty="0">
                <a:solidFill>
                  <a:schemeClr val="lt1"/>
                </a:solidFill>
                <a:latin typeface="Calibri"/>
                <a:ea typeface="Calibri"/>
                <a:cs typeface="Calibri"/>
                <a:sym typeface="Calibri"/>
              </a:endParaRPr>
            </a:p>
          </p:txBody>
        </p:sp>
      </p:grpSp>
      <p:grpSp>
        <p:nvGrpSpPr>
          <p:cNvPr id="32" name="Google Shape;59;p3">
            <a:extLst>
              <a:ext uri="{FF2B5EF4-FFF2-40B4-BE49-F238E27FC236}">
                <a16:creationId xmlns:a16="http://schemas.microsoft.com/office/drawing/2014/main" id="{F8F1CAE1-CD2D-79C6-CB36-AD0CD87D5F1D}"/>
              </a:ext>
            </a:extLst>
          </p:cNvPr>
          <p:cNvGrpSpPr/>
          <p:nvPr/>
        </p:nvGrpSpPr>
        <p:grpSpPr>
          <a:xfrm>
            <a:off x="2838827" y="7283645"/>
            <a:ext cx="8553420" cy="417183"/>
            <a:chOff x="571500" y="5165783"/>
            <a:chExt cx="5702280" cy="278122"/>
          </a:xfrm>
        </p:grpSpPr>
        <p:sp>
          <p:nvSpPr>
            <p:cNvPr id="33" name="Google Shape;60;p3">
              <a:extLst>
                <a:ext uri="{FF2B5EF4-FFF2-40B4-BE49-F238E27FC236}">
                  <a16:creationId xmlns:a16="http://schemas.microsoft.com/office/drawing/2014/main" id="{29A19AD9-EBB1-813C-D241-45CED0068827}"/>
                </a:ext>
              </a:extLst>
            </p:cNvPr>
            <p:cNvSpPr/>
            <p:nvPr/>
          </p:nvSpPr>
          <p:spPr>
            <a:xfrm>
              <a:off x="754380" y="5166906"/>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ea typeface="Arial" panose="020B0604020202020204" pitchFamily="34" charset="0"/>
                  <a:cs typeface="Arial" panose="020B0604020202020204" pitchFamily="34" charset="0"/>
                </a:rPr>
                <a:t>Conclusion</a:t>
              </a:r>
              <a:endParaRPr lang="en-US" sz="3600" dirty="0">
                <a:solidFill>
                  <a:schemeClr val="tx1">
                    <a:lumMod val="50000"/>
                    <a:lumOff val="50000"/>
                  </a:schemeClr>
                </a:solidFill>
              </a:endParaRPr>
            </a:p>
          </p:txBody>
        </p:sp>
        <p:sp>
          <p:nvSpPr>
            <p:cNvPr id="34" name="Google Shape;61;p3">
              <a:extLst>
                <a:ext uri="{FF2B5EF4-FFF2-40B4-BE49-F238E27FC236}">
                  <a16:creationId xmlns:a16="http://schemas.microsoft.com/office/drawing/2014/main" id="{857413E5-FA07-4665-D62C-D834A4A0AB29}"/>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35" name="Google Shape;59;p3">
            <a:extLst>
              <a:ext uri="{FF2B5EF4-FFF2-40B4-BE49-F238E27FC236}">
                <a16:creationId xmlns:a16="http://schemas.microsoft.com/office/drawing/2014/main" id="{30107B25-C25E-5ABC-C684-9F31E39AEF21}"/>
              </a:ext>
            </a:extLst>
          </p:cNvPr>
          <p:cNvGrpSpPr/>
          <p:nvPr/>
        </p:nvGrpSpPr>
        <p:grpSpPr>
          <a:xfrm>
            <a:off x="2838827" y="7879169"/>
            <a:ext cx="8553420" cy="417185"/>
            <a:chOff x="571500" y="5165783"/>
            <a:chExt cx="5702280" cy="278123"/>
          </a:xfrm>
        </p:grpSpPr>
        <p:sp>
          <p:nvSpPr>
            <p:cNvPr id="36" name="Google Shape;60;p3">
              <a:extLst>
                <a:ext uri="{FF2B5EF4-FFF2-40B4-BE49-F238E27FC236}">
                  <a16:creationId xmlns:a16="http://schemas.microsoft.com/office/drawing/2014/main" id="{EB90A88A-2C73-1444-72B8-52AE73DCEBA7}"/>
                </a:ext>
              </a:extLst>
            </p:cNvPr>
            <p:cNvSpPr/>
            <p:nvPr/>
          </p:nvSpPr>
          <p:spPr>
            <a:xfrm>
              <a:off x="754380" y="5166907"/>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ea typeface="Arial" panose="020B0604020202020204" pitchFamily="34" charset="0"/>
                  <a:cs typeface="Arial" panose="020B0604020202020204" pitchFamily="34" charset="0"/>
                </a:rPr>
                <a:t>Q&amp;A</a:t>
              </a:r>
              <a:endParaRPr lang="en-US" sz="2700" dirty="0">
                <a:solidFill>
                  <a:schemeClr val="tx1">
                    <a:lumMod val="50000"/>
                    <a:lumOff val="50000"/>
                  </a:schemeClr>
                </a:solidFill>
              </a:endParaRPr>
            </a:p>
          </p:txBody>
        </p:sp>
        <p:sp>
          <p:nvSpPr>
            <p:cNvPr id="37" name="Google Shape;61;p3">
              <a:extLst>
                <a:ext uri="{FF2B5EF4-FFF2-40B4-BE49-F238E27FC236}">
                  <a16:creationId xmlns:a16="http://schemas.microsoft.com/office/drawing/2014/main" id="{9760B485-182A-D2A8-45B2-9C1A827E5D71}"/>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38" name="Google Shape;56;p3">
            <a:extLst>
              <a:ext uri="{FF2B5EF4-FFF2-40B4-BE49-F238E27FC236}">
                <a16:creationId xmlns:a16="http://schemas.microsoft.com/office/drawing/2014/main" id="{AEF15EDE-AECC-181D-01BA-8D9340B862DA}"/>
              </a:ext>
            </a:extLst>
          </p:cNvPr>
          <p:cNvGrpSpPr/>
          <p:nvPr/>
        </p:nvGrpSpPr>
        <p:grpSpPr>
          <a:xfrm>
            <a:off x="2819400" y="6134100"/>
            <a:ext cx="8553420" cy="417186"/>
            <a:chOff x="571500" y="5165783"/>
            <a:chExt cx="5702280" cy="278124"/>
          </a:xfrm>
        </p:grpSpPr>
        <p:sp>
          <p:nvSpPr>
            <p:cNvPr id="39" name="Google Shape;57;p3">
              <a:extLst>
                <a:ext uri="{FF2B5EF4-FFF2-40B4-BE49-F238E27FC236}">
                  <a16:creationId xmlns:a16="http://schemas.microsoft.com/office/drawing/2014/main" id="{5576E15D-48D3-A62E-5283-2B52E5068A79}"/>
                </a:ext>
              </a:extLst>
            </p:cNvPr>
            <p:cNvSpPr/>
            <p:nvPr/>
          </p:nvSpPr>
          <p:spPr>
            <a:xfrm>
              <a:off x="754380" y="5166908"/>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cs typeface="Arial" panose="020B0604020202020204" pitchFamily="34" charset="0"/>
                </a:rPr>
                <a:t>Key Tasks</a:t>
              </a:r>
            </a:p>
          </p:txBody>
        </p:sp>
        <p:sp>
          <p:nvSpPr>
            <p:cNvPr id="40" name="Google Shape;58;p3">
              <a:extLst>
                <a:ext uri="{FF2B5EF4-FFF2-40B4-BE49-F238E27FC236}">
                  <a16:creationId xmlns:a16="http://schemas.microsoft.com/office/drawing/2014/main" id="{4689994B-7F51-9019-DF8D-4081452D209A}"/>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spTree>
    <p:extLst>
      <p:ext uri="{BB962C8B-B14F-4D97-AF65-F5344CB8AC3E}">
        <p14:creationId xmlns:p14="http://schemas.microsoft.com/office/powerpoint/2010/main" val="22990880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par>
                                <p:cTn id="10" presetID="53" presetClass="entr" presetSubtype="16" fill="hold" nodeType="withEffect">
                                  <p:stCondLst>
                                    <p:cond delay="1000"/>
                                  </p:stCondLst>
                                  <p:childTnLst>
                                    <p:set>
                                      <p:cBhvr>
                                        <p:cTn id="11" dur="1" fill="hold">
                                          <p:stCondLst>
                                            <p:cond delay="0"/>
                                          </p:stCondLst>
                                        </p:cTn>
                                        <p:tgtEl>
                                          <p:spTgt spid="17"/>
                                        </p:tgtEl>
                                        <p:attrNameLst>
                                          <p:attrName>style.visibility</p:attrName>
                                        </p:attrNameLst>
                                      </p:cBhvr>
                                      <p:to>
                                        <p:strVal val="visible"/>
                                      </p:to>
                                    </p:se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animEffect transition="in" filter="fade">
                                      <p:cBhvr>
                                        <p:cTn id="14" dur="500"/>
                                        <p:tgtEl>
                                          <p:spTgt spid="17"/>
                                        </p:tgtEl>
                                      </p:cBhvr>
                                    </p:animEffect>
                                  </p:childTnLst>
                                </p:cTn>
                              </p:par>
                              <p:par>
                                <p:cTn id="15" presetID="53" presetClass="entr" presetSubtype="16" fill="hold" nodeType="withEffect">
                                  <p:stCondLst>
                                    <p:cond delay="500"/>
                                  </p:stCondLst>
                                  <p:childTnLst>
                                    <p:set>
                                      <p:cBhvr>
                                        <p:cTn id="16" dur="1" fill="hold">
                                          <p:stCondLst>
                                            <p:cond delay="0"/>
                                          </p:stCondLst>
                                        </p:cTn>
                                        <p:tgtEl>
                                          <p:spTgt spid="26"/>
                                        </p:tgtEl>
                                        <p:attrNameLst>
                                          <p:attrName>style.visibility</p:attrName>
                                        </p:attrNameLst>
                                      </p:cBhvr>
                                      <p:to>
                                        <p:strVal val="visible"/>
                                      </p:to>
                                    </p:set>
                                    <p:anim calcmode="lin" valueType="num">
                                      <p:cBhvr>
                                        <p:cTn id="17" dur="500" fill="hold"/>
                                        <p:tgtEl>
                                          <p:spTgt spid="26"/>
                                        </p:tgtEl>
                                        <p:attrNameLst>
                                          <p:attrName>ppt_w</p:attrName>
                                        </p:attrNameLst>
                                      </p:cBhvr>
                                      <p:tavLst>
                                        <p:tav tm="0">
                                          <p:val>
                                            <p:fltVal val="0"/>
                                          </p:val>
                                        </p:tav>
                                        <p:tav tm="100000">
                                          <p:val>
                                            <p:strVal val="#ppt_w"/>
                                          </p:val>
                                        </p:tav>
                                      </p:tavLst>
                                    </p:anim>
                                    <p:anim calcmode="lin" valueType="num">
                                      <p:cBhvr>
                                        <p:cTn id="18" dur="500" fill="hold"/>
                                        <p:tgtEl>
                                          <p:spTgt spid="26"/>
                                        </p:tgtEl>
                                        <p:attrNameLst>
                                          <p:attrName>ppt_h</p:attrName>
                                        </p:attrNameLst>
                                      </p:cBhvr>
                                      <p:tavLst>
                                        <p:tav tm="0">
                                          <p:val>
                                            <p:fltVal val="0"/>
                                          </p:val>
                                        </p:tav>
                                        <p:tav tm="100000">
                                          <p:val>
                                            <p:strVal val="#ppt_h"/>
                                          </p:val>
                                        </p:tav>
                                      </p:tavLst>
                                    </p:anim>
                                    <p:animEffect transition="in" filter="fade">
                                      <p:cBhvr>
                                        <p:cTn id="19" dur="500"/>
                                        <p:tgtEl>
                                          <p:spTgt spid="26"/>
                                        </p:tgtEl>
                                      </p:cBhvr>
                                    </p:animEffect>
                                  </p:childTnLst>
                                </p:cTn>
                              </p:par>
                              <p:par>
                                <p:cTn id="20" presetID="53" presetClass="entr" presetSubtype="16" fill="hold" nodeType="withEffect">
                                  <p:stCondLst>
                                    <p:cond delay="2000"/>
                                  </p:stCondLst>
                                  <p:childTnLst>
                                    <p:set>
                                      <p:cBhvr>
                                        <p:cTn id="21" dur="1" fill="hold">
                                          <p:stCondLst>
                                            <p:cond delay="0"/>
                                          </p:stCondLst>
                                        </p:cTn>
                                        <p:tgtEl>
                                          <p:spTgt spid="38"/>
                                        </p:tgtEl>
                                        <p:attrNameLst>
                                          <p:attrName>style.visibility</p:attrName>
                                        </p:attrNameLst>
                                      </p:cBhvr>
                                      <p:to>
                                        <p:strVal val="visible"/>
                                      </p:to>
                                    </p:set>
                                    <p:anim calcmode="lin" valueType="num">
                                      <p:cBhvr>
                                        <p:cTn id="22" dur="500" fill="hold"/>
                                        <p:tgtEl>
                                          <p:spTgt spid="38"/>
                                        </p:tgtEl>
                                        <p:attrNameLst>
                                          <p:attrName>ppt_w</p:attrName>
                                        </p:attrNameLst>
                                      </p:cBhvr>
                                      <p:tavLst>
                                        <p:tav tm="0">
                                          <p:val>
                                            <p:fltVal val="0"/>
                                          </p:val>
                                        </p:tav>
                                        <p:tav tm="100000">
                                          <p:val>
                                            <p:strVal val="#ppt_w"/>
                                          </p:val>
                                        </p:tav>
                                      </p:tavLst>
                                    </p:anim>
                                    <p:anim calcmode="lin" valueType="num">
                                      <p:cBhvr>
                                        <p:cTn id="23" dur="500" fill="hold"/>
                                        <p:tgtEl>
                                          <p:spTgt spid="38"/>
                                        </p:tgtEl>
                                        <p:attrNameLst>
                                          <p:attrName>ppt_h</p:attrName>
                                        </p:attrNameLst>
                                      </p:cBhvr>
                                      <p:tavLst>
                                        <p:tav tm="0">
                                          <p:val>
                                            <p:fltVal val="0"/>
                                          </p:val>
                                        </p:tav>
                                        <p:tav tm="100000">
                                          <p:val>
                                            <p:strVal val="#ppt_h"/>
                                          </p:val>
                                        </p:tav>
                                      </p:tavLst>
                                    </p:anim>
                                    <p:animEffect transition="in" filter="fade">
                                      <p:cBhvr>
                                        <p:cTn id="24" dur="500"/>
                                        <p:tgtEl>
                                          <p:spTgt spid="38"/>
                                        </p:tgtEl>
                                      </p:cBhvr>
                                    </p:animEffect>
                                  </p:childTnLst>
                                </p:cTn>
                              </p:par>
                              <p:par>
                                <p:cTn id="25" presetID="53" presetClass="entr" presetSubtype="16" fill="hold" nodeType="withEffect">
                                  <p:stCondLst>
                                    <p:cond delay="1500"/>
                                  </p:stCondLst>
                                  <p:childTnLst>
                                    <p:set>
                                      <p:cBhvr>
                                        <p:cTn id="26" dur="1" fill="hold">
                                          <p:stCondLst>
                                            <p:cond delay="0"/>
                                          </p:stCondLst>
                                        </p:cTn>
                                        <p:tgtEl>
                                          <p:spTgt spid="23"/>
                                        </p:tgtEl>
                                        <p:attrNameLst>
                                          <p:attrName>style.visibility</p:attrName>
                                        </p:attrNameLst>
                                      </p:cBhvr>
                                      <p:to>
                                        <p:strVal val="visible"/>
                                      </p:to>
                                    </p:set>
                                    <p:anim calcmode="lin" valueType="num">
                                      <p:cBhvr>
                                        <p:cTn id="27" dur="500" fill="hold"/>
                                        <p:tgtEl>
                                          <p:spTgt spid="23"/>
                                        </p:tgtEl>
                                        <p:attrNameLst>
                                          <p:attrName>ppt_w</p:attrName>
                                        </p:attrNameLst>
                                      </p:cBhvr>
                                      <p:tavLst>
                                        <p:tav tm="0">
                                          <p:val>
                                            <p:fltVal val="0"/>
                                          </p:val>
                                        </p:tav>
                                        <p:tav tm="100000">
                                          <p:val>
                                            <p:strVal val="#ppt_w"/>
                                          </p:val>
                                        </p:tav>
                                      </p:tavLst>
                                    </p:anim>
                                    <p:anim calcmode="lin" valueType="num">
                                      <p:cBhvr>
                                        <p:cTn id="28" dur="500" fill="hold"/>
                                        <p:tgtEl>
                                          <p:spTgt spid="23"/>
                                        </p:tgtEl>
                                        <p:attrNameLst>
                                          <p:attrName>ppt_h</p:attrName>
                                        </p:attrNameLst>
                                      </p:cBhvr>
                                      <p:tavLst>
                                        <p:tav tm="0">
                                          <p:val>
                                            <p:fltVal val="0"/>
                                          </p:val>
                                        </p:tav>
                                        <p:tav tm="100000">
                                          <p:val>
                                            <p:strVal val="#ppt_h"/>
                                          </p:val>
                                        </p:tav>
                                      </p:tavLst>
                                    </p:anim>
                                    <p:animEffect transition="in" filter="fade">
                                      <p:cBhvr>
                                        <p:cTn id="29" dur="500"/>
                                        <p:tgtEl>
                                          <p:spTgt spid="23"/>
                                        </p:tgtEl>
                                      </p:cBhvr>
                                    </p:animEffect>
                                  </p:childTnLst>
                                </p:cTn>
                              </p:par>
                              <p:par>
                                <p:cTn id="30" presetID="53" presetClass="entr" presetSubtype="16" fill="hold" nodeType="withEffect">
                                  <p:stCondLst>
                                    <p:cond delay="2500"/>
                                  </p:stCondLst>
                                  <p:childTnLst>
                                    <p:set>
                                      <p:cBhvr>
                                        <p:cTn id="31" dur="1" fill="hold">
                                          <p:stCondLst>
                                            <p:cond delay="0"/>
                                          </p:stCondLst>
                                        </p:cTn>
                                        <p:tgtEl>
                                          <p:spTgt spid="29"/>
                                        </p:tgtEl>
                                        <p:attrNameLst>
                                          <p:attrName>style.visibility</p:attrName>
                                        </p:attrNameLst>
                                      </p:cBhvr>
                                      <p:to>
                                        <p:strVal val="visible"/>
                                      </p:to>
                                    </p:set>
                                    <p:anim calcmode="lin" valueType="num">
                                      <p:cBhvr>
                                        <p:cTn id="32" dur="500" fill="hold"/>
                                        <p:tgtEl>
                                          <p:spTgt spid="29"/>
                                        </p:tgtEl>
                                        <p:attrNameLst>
                                          <p:attrName>ppt_w</p:attrName>
                                        </p:attrNameLst>
                                      </p:cBhvr>
                                      <p:tavLst>
                                        <p:tav tm="0">
                                          <p:val>
                                            <p:fltVal val="0"/>
                                          </p:val>
                                        </p:tav>
                                        <p:tav tm="100000">
                                          <p:val>
                                            <p:strVal val="#ppt_w"/>
                                          </p:val>
                                        </p:tav>
                                      </p:tavLst>
                                    </p:anim>
                                    <p:anim calcmode="lin" valueType="num">
                                      <p:cBhvr>
                                        <p:cTn id="33" dur="500" fill="hold"/>
                                        <p:tgtEl>
                                          <p:spTgt spid="29"/>
                                        </p:tgtEl>
                                        <p:attrNameLst>
                                          <p:attrName>ppt_h</p:attrName>
                                        </p:attrNameLst>
                                      </p:cBhvr>
                                      <p:tavLst>
                                        <p:tav tm="0">
                                          <p:val>
                                            <p:fltVal val="0"/>
                                          </p:val>
                                        </p:tav>
                                        <p:tav tm="100000">
                                          <p:val>
                                            <p:strVal val="#ppt_h"/>
                                          </p:val>
                                        </p:tav>
                                      </p:tavLst>
                                    </p:anim>
                                    <p:animEffect transition="in" filter="fade">
                                      <p:cBhvr>
                                        <p:cTn id="34" dur="500"/>
                                        <p:tgtEl>
                                          <p:spTgt spid="29"/>
                                        </p:tgtEl>
                                      </p:cBhvr>
                                    </p:animEffect>
                                  </p:childTnLst>
                                </p:cTn>
                              </p:par>
                              <p:par>
                                <p:cTn id="35" presetID="53" presetClass="entr" presetSubtype="16" fill="hold" nodeType="withEffect">
                                  <p:stCondLst>
                                    <p:cond delay="3000"/>
                                  </p:stCondLst>
                                  <p:childTnLst>
                                    <p:set>
                                      <p:cBhvr>
                                        <p:cTn id="36" dur="1" fill="hold">
                                          <p:stCondLst>
                                            <p:cond delay="0"/>
                                          </p:stCondLst>
                                        </p:cTn>
                                        <p:tgtEl>
                                          <p:spTgt spid="32"/>
                                        </p:tgtEl>
                                        <p:attrNameLst>
                                          <p:attrName>style.visibility</p:attrName>
                                        </p:attrNameLst>
                                      </p:cBhvr>
                                      <p:to>
                                        <p:strVal val="visible"/>
                                      </p:to>
                                    </p:set>
                                    <p:anim calcmode="lin" valueType="num">
                                      <p:cBhvr>
                                        <p:cTn id="37" dur="500" fill="hold"/>
                                        <p:tgtEl>
                                          <p:spTgt spid="32"/>
                                        </p:tgtEl>
                                        <p:attrNameLst>
                                          <p:attrName>ppt_w</p:attrName>
                                        </p:attrNameLst>
                                      </p:cBhvr>
                                      <p:tavLst>
                                        <p:tav tm="0">
                                          <p:val>
                                            <p:fltVal val="0"/>
                                          </p:val>
                                        </p:tav>
                                        <p:tav tm="100000">
                                          <p:val>
                                            <p:strVal val="#ppt_w"/>
                                          </p:val>
                                        </p:tav>
                                      </p:tavLst>
                                    </p:anim>
                                    <p:anim calcmode="lin" valueType="num">
                                      <p:cBhvr>
                                        <p:cTn id="38" dur="500" fill="hold"/>
                                        <p:tgtEl>
                                          <p:spTgt spid="32"/>
                                        </p:tgtEl>
                                        <p:attrNameLst>
                                          <p:attrName>ppt_h</p:attrName>
                                        </p:attrNameLst>
                                      </p:cBhvr>
                                      <p:tavLst>
                                        <p:tav tm="0">
                                          <p:val>
                                            <p:fltVal val="0"/>
                                          </p:val>
                                        </p:tav>
                                        <p:tav tm="100000">
                                          <p:val>
                                            <p:strVal val="#ppt_h"/>
                                          </p:val>
                                        </p:tav>
                                      </p:tavLst>
                                    </p:anim>
                                    <p:animEffect transition="in" filter="fade">
                                      <p:cBhvr>
                                        <p:cTn id="39" dur="500"/>
                                        <p:tgtEl>
                                          <p:spTgt spid="32"/>
                                        </p:tgtEl>
                                      </p:cBhvr>
                                    </p:animEffect>
                                  </p:childTnLst>
                                </p:cTn>
                              </p:par>
                              <p:par>
                                <p:cTn id="40" presetID="53" presetClass="entr" presetSubtype="16" fill="hold" nodeType="withEffect">
                                  <p:stCondLst>
                                    <p:cond delay="3500"/>
                                  </p:stCondLst>
                                  <p:childTnLst>
                                    <p:set>
                                      <p:cBhvr>
                                        <p:cTn id="41" dur="1" fill="hold">
                                          <p:stCondLst>
                                            <p:cond delay="0"/>
                                          </p:stCondLst>
                                        </p:cTn>
                                        <p:tgtEl>
                                          <p:spTgt spid="35"/>
                                        </p:tgtEl>
                                        <p:attrNameLst>
                                          <p:attrName>style.visibility</p:attrName>
                                        </p:attrNameLst>
                                      </p:cBhvr>
                                      <p:to>
                                        <p:strVal val="visible"/>
                                      </p:to>
                                    </p:set>
                                    <p:anim calcmode="lin" valueType="num">
                                      <p:cBhvr>
                                        <p:cTn id="42" dur="500" fill="hold"/>
                                        <p:tgtEl>
                                          <p:spTgt spid="35"/>
                                        </p:tgtEl>
                                        <p:attrNameLst>
                                          <p:attrName>ppt_w</p:attrName>
                                        </p:attrNameLst>
                                      </p:cBhvr>
                                      <p:tavLst>
                                        <p:tav tm="0">
                                          <p:val>
                                            <p:fltVal val="0"/>
                                          </p:val>
                                        </p:tav>
                                        <p:tav tm="100000">
                                          <p:val>
                                            <p:strVal val="#ppt_w"/>
                                          </p:val>
                                        </p:tav>
                                      </p:tavLst>
                                    </p:anim>
                                    <p:anim calcmode="lin" valueType="num">
                                      <p:cBhvr>
                                        <p:cTn id="43" dur="500" fill="hold"/>
                                        <p:tgtEl>
                                          <p:spTgt spid="35"/>
                                        </p:tgtEl>
                                        <p:attrNameLst>
                                          <p:attrName>ppt_h</p:attrName>
                                        </p:attrNameLst>
                                      </p:cBhvr>
                                      <p:tavLst>
                                        <p:tav tm="0">
                                          <p:val>
                                            <p:fltVal val="0"/>
                                          </p:val>
                                        </p:tav>
                                        <p:tav tm="100000">
                                          <p:val>
                                            <p:strVal val="#ppt_h"/>
                                          </p:val>
                                        </p:tav>
                                      </p:tavLst>
                                    </p:anim>
                                    <p:animEffect transition="in" filter="fade">
                                      <p:cBhvr>
                                        <p:cTn id="44"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8">
          <a:extLst>
            <a:ext uri="{FF2B5EF4-FFF2-40B4-BE49-F238E27FC236}">
              <a16:creationId xmlns:a16="http://schemas.microsoft.com/office/drawing/2014/main" id="{BD935EEB-1829-720A-F2BD-84312E78FD85}"/>
            </a:ext>
          </a:extLst>
        </p:cNvPr>
        <p:cNvGrpSpPr/>
        <p:nvPr/>
      </p:nvGrpSpPr>
      <p:grpSpPr>
        <a:xfrm>
          <a:off x="0" y="0"/>
          <a:ext cx="0" cy="0"/>
          <a:chOff x="0" y="0"/>
          <a:chExt cx="0" cy="0"/>
        </a:xfrm>
      </p:grpSpPr>
      <p:sp>
        <p:nvSpPr>
          <p:cNvPr id="39" name="Google Shape;39;p2">
            <a:extLst>
              <a:ext uri="{FF2B5EF4-FFF2-40B4-BE49-F238E27FC236}">
                <a16:creationId xmlns:a16="http://schemas.microsoft.com/office/drawing/2014/main" id="{1E6CA563-94F9-3A91-64BB-6817C5634A08}"/>
              </a:ext>
            </a:extLst>
          </p:cNvPr>
          <p:cNvSpPr/>
          <p:nvPr/>
        </p:nvSpPr>
        <p:spPr>
          <a:xfrm>
            <a:off x="3057398" y="1736375"/>
            <a:ext cx="10512900" cy="1077218"/>
          </a:xfrm>
          <a:prstGeom prst="rect">
            <a:avLst/>
          </a:prstGeom>
          <a:noFill/>
          <a:ln>
            <a:noFill/>
          </a:ln>
        </p:spPr>
        <p:txBody>
          <a:bodyPr spcFirstLastPara="1" wrap="square" lIns="0" tIns="0" rIns="0" bIns="0" anchor="t" anchorCtr="0">
            <a:spAutoFit/>
          </a:bodyPr>
          <a:lstStyle/>
          <a:p>
            <a:r>
              <a:rPr lang="en-US" sz="7000" dirty="0">
                <a:solidFill>
                  <a:schemeClr val="lt1"/>
                </a:solidFill>
              </a:rPr>
              <a:t>Introduction</a:t>
            </a:r>
          </a:p>
        </p:txBody>
      </p:sp>
      <p:cxnSp>
        <p:nvCxnSpPr>
          <p:cNvPr id="41" name="Google Shape;41;p2">
            <a:extLst>
              <a:ext uri="{FF2B5EF4-FFF2-40B4-BE49-F238E27FC236}">
                <a16:creationId xmlns:a16="http://schemas.microsoft.com/office/drawing/2014/main" id="{F9B4CCB0-7FEE-107E-D1D6-139E4FD4BF57}"/>
              </a:ext>
            </a:extLst>
          </p:cNvPr>
          <p:cNvCxnSpPr>
            <a:cxnSpLocks/>
          </p:cNvCxnSpPr>
          <p:nvPr/>
        </p:nvCxnSpPr>
        <p:spPr>
          <a:xfrm>
            <a:off x="2701469" y="2806617"/>
            <a:ext cx="0" cy="4394283"/>
          </a:xfrm>
          <a:prstGeom prst="straightConnector1">
            <a:avLst/>
          </a:prstGeom>
          <a:noFill/>
          <a:ln w="38100" cap="flat" cmpd="sng">
            <a:solidFill>
              <a:schemeClr val="lt1"/>
            </a:solidFill>
            <a:prstDash val="solid"/>
            <a:miter lim="800000"/>
            <a:headEnd type="none" w="sm" len="sm"/>
            <a:tailEnd type="none" w="sm" len="sm"/>
          </a:ln>
        </p:spPr>
      </p:cxnSp>
      <p:sp>
        <p:nvSpPr>
          <p:cNvPr id="3" name="Content">
            <a:extLst>
              <a:ext uri="{FF2B5EF4-FFF2-40B4-BE49-F238E27FC236}">
                <a16:creationId xmlns:a16="http://schemas.microsoft.com/office/drawing/2014/main" id="{D51219D4-7F25-034E-A6B3-B7D13277CD7D}"/>
              </a:ext>
            </a:extLst>
          </p:cNvPr>
          <p:cNvSpPr/>
          <p:nvPr/>
        </p:nvSpPr>
        <p:spPr>
          <a:xfrm>
            <a:off x="2790411" y="2811086"/>
            <a:ext cx="15887700" cy="4738392"/>
          </a:xfrm>
          <a:prstGeom prst="rect">
            <a:avLst/>
          </a:prstGeom>
          <a:noFill/>
          <a:ln>
            <a:noFill/>
          </a:ln>
        </p:spPr>
        <p:txBody>
          <a:bodyPr wrap="square" lIns="0" tIns="0" rIns="0" bIns="0" anchor="ctr">
            <a:normAutofit/>
          </a:bodyPr>
          <a:lstStyle/>
          <a:p>
            <a:pPr>
              <a:spcAft>
                <a:spcPts val="1600"/>
              </a:spcAft>
              <a:buClr>
                <a:srgbClr val="193EB0"/>
              </a:buClr>
            </a:pPr>
            <a:endParaRPr lang="en-US" sz="3200" dirty="0">
              <a:solidFill>
                <a:schemeClr val="bg1"/>
              </a:solidFill>
              <a:latin typeface="Arial"/>
              <a:ea typeface="Arial"/>
              <a:cs typeface="Arial"/>
            </a:endParaRPr>
          </a:p>
        </p:txBody>
      </p:sp>
      <p:sp>
        <p:nvSpPr>
          <p:cNvPr id="4" name="TextBox 3">
            <a:extLst>
              <a:ext uri="{FF2B5EF4-FFF2-40B4-BE49-F238E27FC236}">
                <a16:creationId xmlns:a16="http://schemas.microsoft.com/office/drawing/2014/main" id="{1F737826-8088-8C3B-23E0-A10876550F4D}"/>
              </a:ext>
            </a:extLst>
          </p:cNvPr>
          <p:cNvSpPr txBox="1"/>
          <p:nvPr/>
        </p:nvSpPr>
        <p:spPr>
          <a:xfrm>
            <a:off x="2971800" y="2933700"/>
            <a:ext cx="12525789" cy="4154984"/>
          </a:xfrm>
          <a:prstGeom prst="rect">
            <a:avLst/>
          </a:prstGeom>
          <a:noFill/>
        </p:spPr>
        <p:txBody>
          <a:bodyPr wrap="square" rtlCol="0">
            <a:spAutoFit/>
          </a:bodyPr>
          <a:lstStyle/>
          <a:p>
            <a:pPr marL="285750" indent="-285750">
              <a:buFont typeface="Arial" panose="020B0604020202020204" pitchFamily="34" charset="0"/>
              <a:buChar char="•"/>
            </a:pPr>
            <a:r>
              <a:rPr lang="en-US" sz="2400" b="1" dirty="0" err="1">
                <a:solidFill>
                  <a:schemeClr val="bg1"/>
                </a:solidFill>
              </a:rPr>
              <a:t>ChargeSpot</a:t>
            </a:r>
            <a:r>
              <a:rPr lang="en-US" sz="2400" b="1" dirty="0">
                <a:solidFill>
                  <a:schemeClr val="bg1"/>
                </a:solidFill>
              </a:rPr>
              <a:t> Overview: </a:t>
            </a:r>
            <a:r>
              <a:rPr lang="en-US" sz="2400" b="1" dirty="0" err="1">
                <a:solidFill>
                  <a:schemeClr val="bg1"/>
                </a:solidFill>
              </a:rPr>
              <a:t>ChargeSpot</a:t>
            </a:r>
            <a:r>
              <a:rPr lang="en-US" sz="2400" b="1" dirty="0">
                <a:solidFill>
                  <a:schemeClr val="bg1"/>
                </a:solidFill>
              </a:rPr>
              <a:t> is a </a:t>
            </a:r>
            <a:r>
              <a:rPr lang="en-US" sz="2400" b="1" dirty="0" err="1">
                <a:solidFill>
                  <a:schemeClr val="bg1"/>
                </a:solidFill>
              </a:rPr>
              <a:t>Streamlit</a:t>
            </a:r>
            <a:r>
              <a:rPr lang="en-US" sz="2400" b="1" dirty="0">
                <a:solidFill>
                  <a:schemeClr val="bg1"/>
                </a:solidFill>
              </a:rPr>
              <a:t> application designed to streamline electric vehicle (EV) charging station management, reservation booking, and session analytics.</a:t>
            </a:r>
          </a:p>
          <a:p>
            <a:pPr marL="285750" indent="-285750">
              <a:buFont typeface="Arial" panose="020B0604020202020204" pitchFamily="34" charset="0"/>
              <a:buChar char="•"/>
            </a:pPr>
            <a:endParaRPr lang="en-US" sz="2400" dirty="0">
              <a:solidFill>
                <a:schemeClr val="bg1"/>
              </a:solidFill>
            </a:endParaRPr>
          </a:p>
          <a:p>
            <a:pPr marL="285750" indent="-285750">
              <a:buFont typeface="Arial" panose="020B0604020202020204" pitchFamily="34" charset="0"/>
              <a:buChar char="•"/>
            </a:pPr>
            <a:r>
              <a:rPr lang="en-US" sz="2400" b="1" dirty="0">
                <a:solidFill>
                  <a:schemeClr val="bg1"/>
                </a:solidFill>
              </a:rPr>
              <a:t>Network Scale: Built to manage a simulated network of 16 charging stations and 56 chargers across major locations in Cairo and Alexandria.</a:t>
            </a:r>
          </a:p>
          <a:p>
            <a:pPr marL="285750" indent="-285750">
              <a:buFont typeface="Arial" panose="020B0604020202020204" pitchFamily="34" charset="0"/>
              <a:buChar char="•"/>
            </a:pPr>
            <a:endParaRPr lang="en-US" sz="2400" b="1" dirty="0">
              <a:solidFill>
                <a:schemeClr val="bg1"/>
              </a:solidFill>
            </a:endParaRPr>
          </a:p>
          <a:p>
            <a:pPr marL="285750" indent="-285750">
              <a:buFont typeface="Arial" panose="020B0604020202020204" pitchFamily="34" charset="0"/>
              <a:buChar char="•"/>
            </a:pPr>
            <a:r>
              <a:rPr lang="en-US" sz="2400" b="1" dirty="0">
                <a:solidFill>
                  <a:schemeClr val="bg1"/>
                </a:solidFill>
              </a:rPr>
              <a:t>Core Functionalities: Features real-time charger status tracking, smart booking conflict prevention, a fair FIFO waiting list, and comprehensive data analytics.</a:t>
            </a:r>
          </a:p>
          <a:p>
            <a:pPr marL="285750" indent="-285750">
              <a:buFont typeface="Arial" panose="020B0604020202020204" pitchFamily="34" charset="0"/>
              <a:buChar char="•"/>
            </a:pPr>
            <a:endParaRPr lang="ar-EG" sz="2400" dirty="0">
              <a:solidFill>
                <a:schemeClr val="bg1"/>
              </a:solidFill>
            </a:endParaRPr>
          </a:p>
          <a:p>
            <a:pPr marL="285750" indent="-285750">
              <a:buFont typeface="Arial" panose="020B0604020202020204" pitchFamily="34" charset="0"/>
              <a:buChar char="•"/>
            </a:pPr>
            <a:r>
              <a:rPr lang="en-US" sz="2400" b="1" dirty="0">
                <a:solidFill>
                  <a:schemeClr val="bg1"/>
                </a:solidFill>
              </a:rPr>
              <a:t>Multi-Role Support: Offers customized dashboards and workflows tailored for three user roles: Drivers, Station Operators, and Administrators.</a:t>
            </a:r>
            <a:endParaRPr lang="en-US" sz="2400" dirty="0">
              <a:solidFill>
                <a:schemeClr val="bg1"/>
              </a:solidFill>
            </a:endParaRPr>
          </a:p>
        </p:txBody>
      </p:sp>
    </p:spTree>
    <p:extLst>
      <p:ext uri="{BB962C8B-B14F-4D97-AF65-F5344CB8AC3E}">
        <p14:creationId xmlns:p14="http://schemas.microsoft.com/office/powerpoint/2010/main" val="38896302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nodePh="1">
                                  <p:stCondLst>
                                    <p:cond delay="0"/>
                                  </p:stCondLst>
                                  <p:endCondLst>
                                    <p:cond evt="begin" delay="0">
                                      <p:tn val="5"/>
                                    </p:cond>
                                  </p:endCondLst>
                                  <p:childTnLst>
                                    <p:set>
                                      <p:cBhvr>
                                        <p:cTn id="6" dur="1" fill="hold">
                                          <p:stCondLst>
                                            <p:cond delay="0"/>
                                          </p:stCondLst>
                                        </p:cTn>
                                        <p:tgtEl>
                                          <p:spTgt spid="3"/>
                                        </p:tgtEl>
                                        <p:attrNameLst>
                                          <p:attrName>style.visibility</p:attrName>
                                        </p:attrNameLst>
                                      </p:cBhvr>
                                      <p:to>
                                        <p:strVal val="visible"/>
                                      </p:to>
                                    </p:set>
                                    <p:animEffect transition="in" filter="wipe(up)">
                                      <p:cBhvr>
                                        <p:cTn id="7" dur="1000"/>
                                        <p:tgtEl>
                                          <p:spTgt spid="3"/>
                                        </p:tgtEl>
                                      </p:cBhvr>
                                    </p:animEffect>
                                  </p:childTnLst>
                                </p:cTn>
                              </p:par>
                              <p:par>
                                <p:cTn id="8" presetID="22" presetClass="entr" presetSubtype="1" fill="hold" nodeType="withEffect">
                                  <p:stCondLst>
                                    <p:cond delay="0"/>
                                  </p:stCondLst>
                                  <p:childTnLst>
                                    <p:set>
                                      <p:cBhvr>
                                        <p:cTn id="9" dur="1" fill="hold">
                                          <p:stCondLst>
                                            <p:cond delay="0"/>
                                          </p:stCondLst>
                                        </p:cTn>
                                        <p:tgtEl>
                                          <p:spTgt spid="41"/>
                                        </p:tgtEl>
                                        <p:attrNameLst>
                                          <p:attrName>style.visibility</p:attrName>
                                        </p:attrNameLst>
                                      </p:cBhvr>
                                      <p:to>
                                        <p:strVal val="visible"/>
                                      </p:to>
                                    </p:set>
                                    <p:animEffect transition="in" filter="wipe(up)">
                                      <p:cBhvr>
                                        <p:cTn id="10" dur="1000"/>
                                        <p:tgtEl>
                                          <p:spTgt spid="41"/>
                                        </p:tgtEl>
                                      </p:cBhvr>
                                    </p:animEffect>
                                  </p:childTnLst>
                                </p:cTn>
                              </p:par>
                              <p:par>
                                <p:cTn id="11" presetID="22" presetClass="entr" presetSubtype="1"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wipe(up)">
                                      <p:cBhvr>
                                        <p:cTn id="13"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7"/>
        <p:cNvGrpSpPr/>
        <p:nvPr/>
      </p:nvGrpSpPr>
      <p:grpSpPr>
        <a:xfrm>
          <a:off x="0" y="0"/>
          <a:ext cx="0" cy="0"/>
          <a:chOff x="0" y="0"/>
          <a:chExt cx="0" cy="0"/>
        </a:xfrm>
      </p:grpSpPr>
      <p:sp>
        <p:nvSpPr>
          <p:cNvPr id="48" name="Google Shape;48;p3"/>
          <p:cNvSpPr/>
          <p:nvPr/>
        </p:nvSpPr>
        <p:spPr>
          <a:xfrm>
            <a:off x="2555082" y="1393442"/>
            <a:ext cx="7433550" cy="769441"/>
          </a:xfrm>
          <a:prstGeom prst="rect">
            <a:avLst/>
          </a:prstGeom>
          <a:noFill/>
          <a:ln>
            <a:noFill/>
          </a:ln>
        </p:spPr>
        <p:txBody>
          <a:bodyPr spcFirstLastPara="1" wrap="square" lIns="0" tIns="0" rIns="0" bIns="0" anchor="t" anchorCtr="0">
            <a:spAutoFit/>
          </a:bodyPr>
          <a:lstStyle/>
          <a:p>
            <a:r>
              <a:rPr lang="en-US" sz="5000" b="1" dirty="0">
                <a:solidFill>
                  <a:schemeClr val="lt1"/>
                </a:solidFill>
              </a:rPr>
              <a:t>Agenda</a:t>
            </a:r>
            <a:endParaRPr sz="5000" b="1" dirty="0">
              <a:solidFill>
                <a:schemeClr val="lt1"/>
              </a:solidFill>
            </a:endParaRPr>
          </a:p>
        </p:txBody>
      </p:sp>
      <p:grpSp>
        <p:nvGrpSpPr>
          <p:cNvPr id="2" name="Google Shape;50;p3">
            <a:extLst>
              <a:ext uri="{FF2B5EF4-FFF2-40B4-BE49-F238E27FC236}">
                <a16:creationId xmlns:a16="http://schemas.microsoft.com/office/drawing/2014/main" id="{E2B5B782-5B12-44EC-DE2B-CFD7C0363A0A}"/>
              </a:ext>
            </a:extLst>
          </p:cNvPr>
          <p:cNvGrpSpPr/>
          <p:nvPr/>
        </p:nvGrpSpPr>
        <p:grpSpPr>
          <a:xfrm>
            <a:off x="2820107" y="3702613"/>
            <a:ext cx="8553420" cy="417183"/>
            <a:chOff x="571500" y="2336175"/>
            <a:chExt cx="5702280" cy="278122"/>
          </a:xfrm>
        </p:grpSpPr>
        <p:sp>
          <p:nvSpPr>
            <p:cNvPr id="3" name="Google Shape;51;p3">
              <a:extLst>
                <a:ext uri="{FF2B5EF4-FFF2-40B4-BE49-F238E27FC236}">
                  <a16:creationId xmlns:a16="http://schemas.microsoft.com/office/drawing/2014/main" id="{EC9CBDC3-46C4-05CD-6DD5-372C3499F721}"/>
                </a:ext>
              </a:extLst>
            </p:cNvPr>
            <p:cNvSpPr/>
            <p:nvPr/>
          </p:nvSpPr>
          <p:spPr>
            <a:xfrm>
              <a:off x="754380" y="2337298"/>
              <a:ext cx="5519400" cy="276999"/>
            </a:xfrm>
            <a:prstGeom prst="rect">
              <a:avLst/>
            </a:prstGeom>
            <a:noFill/>
            <a:ln>
              <a:noFill/>
            </a:ln>
          </p:spPr>
          <p:txBody>
            <a:bodyPr spcFirstLastPara="1" wrap="square" lIns="0" tIns="0" rIns="0" bIns="0" anchor="ctr" anchorCtr="0">
              <a:spAutoFit/>
            </a:bodyPr>
            <a:lstStyle/>
            <a:p>
              <a:r>
                <a:rPr lang="en-US" sz="2700" dirty="0">
                  <a:solidFill>
                    <a:schemeClr val="bg1">
                      <a:lumMod val="50000"/>
                    </a:schemeClr>
                  </a:solidFill>
                  <a:latin typeface="Arial" panose="020B0604020202020204" pitchFamily="34" charset="0"/>
                  <a:cs typeface="Arial" panose="020B0604020202020204" pitchFamily="34" charset="0"/>
                </a:rPr>
                <a:t>Team</a:t>
              </a:r>
              <a:endParaRPr sz="2700" dirty="0">
                <a:solidFill>
                  <a:schemeClr val="bg1">
                    <a:lumMod val="50000"/>
                  </a:schemeClr>
                </a:solidFill>
                <a:latin typeface="Arial" panose="020B0604020202020204" pitchFamily="34" charset="0"/>
                <a:cs typeface="Arial" panose="020B0604020202020204" pitchFamily="34" charset="0"/>
              </a:endParaRPr>
            </a:p>
          </p:txBody>
        </p:sp>
        <p:sp>
          <p:nvSpPr>
            <p:cNvPr id="4" name="Google Shape;52;p3">
              <a:extLst>
                <a:ext uri="{FF2B5EF4-FFF2-40B4-BE49-F238E27FC236}">
                  <a16:creationId xmlns:a16="http://schemas.microsoft.com/office/drawing/2014/main" id="{C7838699-C280-E980-B759-2787620C175A}"/>
                </a:ext>
              </a:extLst>
            </p:cNvPr>
            <p:cNvSpPr/>
            <p:nvPr/>
          </p:nvSpPr>
          <p:spPr>
            <a:xfrm>
              <a:off x="571500" y="2336175"/>
              <a:ext cx="36000" cy="252000"/>
            </a:xfrm>
            <a:prstGeom prst="rect">
              <a:avLst/>
            </a:prstGeom>
            <a:solidFill>
              <a:schemeClr val="bg1">
                <a:lumMod val="65000"/>
              </a:schemeClr>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5" name="Google Shape;59;p3">
            <a:extLst>
              <a:ext uri="{FF2B5EF4-FFF2-40B4-BE49-F238E27FC236}">
                <a16:creationId xmlns:a16="http://schemas.microsoft.com/office/drawing/2014/main" id="{3C8824F9-5ABC-4EFF-668A-50A202A3809F}"/>
              </a:ext>
            </a:extLst>
          </p:cNvPr>
          <p:cNvGrpSpPr/>
          <p:nvPr/>
        </p:nvGrpSpPr>
        <p:grpSpPr>
          <a:xfrm>
            <a:off x="2819400" y="5448300"/>
            <a:ext cx="8553420" cy="417167"/>
            <a:chOff x="571500" y="5165783"/>
            <a:chExt cx="5702280" cy="278111"/>
          </a:xfrm>
        </p:grpSpPr>
        <p:sp>
          <p:nvSpPr>
            <p:cNvPr id="6" name="Google Shape;60;p3">
              <a:extLst>
                <a:ext uri="{FF2B5EF4-FFF2-40B4-BE49-F238E27FC236}">
                  <a16:creationId xmlns:a16="http://schemas.microsoft.com/office/drawing/2014/main" id="{110235D1-3508-1C69-D303-3222F55949D0}"/>
                </a:ext>
              </a:extLst>
            </p:cNvPr>
            <p:cNvSpPr/>
            <p:nvPr/>
          </p:nvSpPr>
          <p:spPr>
            <a:xfrm>
              <a:off x="754380" y="5166895"/>
              <a:ext cx="5519400" cy="276999"/>
            </a:xfrm>
            <a:prstGeom prst="rect">
              <a:avLst/>
            </a:prstGeom>
            <a:noFill/>
            <a:ln>
              <a:noFill/>
            </a:ln>
          </p:spPr>
          <p:txBody>
            <a:bodyPr spcFirstLastPara="1" wrap="square" lIns="0" tIns="0" rIns="0" bIns="0" anchor="ctr" anchorCtr="0">
              <a:spAutoFit/>
            </a:bodyPr>
            <a:lstStyle/>
            <a:p>
              <a:r>
                <a:rPr lang="en-US" sz="2700" b="1" dirty="0">
                  <a:latin typeface="Arial" panose="020B0604020202020204" pitchFamily="34" charset="0"/>
                  <a:ea typeface="Arial" panose="020B0604020202020204" pitchFamily="34" charset="0"/>
                  <a:cs typeface="Arial" panose="020B0604020202020204" pitchFamily="34" charset="0"/>
                </a:rPr>
                <a:t>Methodology</a:t>
              </a:r>
              <a:endParaRPr lang="en-US" sz="3600" b="1" dirty="0"/>
            </a:p>
          </p:txBody>
        </p:sp>
        <p:sp>
          <p:nvSpPr>
            <p:cNvPr id="7" name="Google Shape;61;p3">
              <a:extLst>
                <a:ext uri="{FF2B5EF4-FFF2-40B4-BE49-F238E27FC236}">
                  <a16:creationId xmlns:a16="http://schemas.microsoft.com/office/drawing/2014/main" id="{E6458DC3-59A4-0EBF-A289-048FA7A60A77}"/>
                </a:ext>
              </a:extLst>
            </p:cNvPr>
            <p:cNvSpPr/>
            <p:nvPr/>
          </p:nvSpPr>
          <p:spPr>
            <a:xfrm>
              <a:off x="571500" y="5165783"/>
              <a:ext cx="36000" cy="252000"/>
            </a:xfrm>
            <a:prstGeom prst="rect">
              <a:avLst/>
            </a:prstGeom>
            <a:solidFill>
              <a:srgbClr val="193EB0"/>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8" name="Google Shape;59;p3">
            <a:extLst>
              <a:ext uri="{FF2B5EF4-FFF2-40B4-BE49-F238E27FC236}">
                <a16:creationId xmlns:a16="http://schemas.microsoft.com/office/drawing/2014/main" id="{0E83B93D-FB8E-813F-FBA1-1E0AA2590DF9}"/>
              </a:ext>
            </a:extLst>
          </p:cNvPr>
          <p:cNvGrpSpPr/>
          <p:nvPr/>
        </p:nvGrpSpPr>
        <p:grpSpPr>
          <a:xfrm>
            <a:off x="2838827" y="6691517"/>
            <a:ext cx="8553420" cy="417186"/>
            <a:chOff x="571500" y="5165783"/>
            <a:chExt cx="5702280" cy="278124"/>
          </a:xfrm>
        </p:grpSpPr>
        <p:sp>
          <p:nvSpPr>
            <p:cNvPr id="9" name="Google Shape;60;p3">
              <a:extLst>
                <a:ext uri="{FF2B5EF4-FFF2-40B4-BE49-F238E27FC236}">
                  <a16:creationId xmlns:a16="http://schemas.microsoft.com/office/drawing/2014/main" id="{FDE556D7-EC6D-1D09-60BA-1733684DF161}"/>
                </a:ext>
              </a:extLst>
            </p:cNvPr>
            <p:cNvSpPr/>
            <p:nvPr/>
          </p:nvSpPr>
          <p:spPr>
            <a:xfrm>
              <a:off x="754380" y="5166909"/>
              <a:ext cx="5519400" cy="276998"/>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rPr>
                <a:t>Results and Insights</a:t>
              </a:r>
            </a:p>
          </p:txBody>
        </p:sp>
        <p:sp>
          <p:nvSpPr>
            <p:cNvPr id="10" name="Google Shape;61;p3">
              <a:extLst>
                <a:ext uri="{FF2B5EF4-FFF2-40B4-BE49-F238E27FC236}">
                  <a16:creationId xmlns:a16="http://schemas.microsoft.com/office/drawing/2014/main" id="{6277DDF3-91B1-AA00-1386-A1A6AE3E8793}"/>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dirty="0">
                <a:solidFill>
                  <a:schemeClr val="lt1"/>
                </a:solidFill>
                <a:latin typeface="Calibri"/>
                <a:ea typeface="Calibri"/>
                <a:cs typeface="Calibri"/>
                <a:sym typeface="Calibri"/>
              </a:endParaRPr>
            </a:p>
          </p:txBody>
        </p:sp>
      </p:grpSp>
      <p:grpSp>
        <p:nvGrpSpPr>
          <p:cNvPr id="11" name="Google Shape;59;p3">
            <a:extLst>
              <a:ext uri="{FF2B5EF4-FFF2-40B4-BE49-F238E27FC236}">
                <a16:creationId xmlns:a16="http://schemas.microsoft.com/office/drawing/2014/main" id="{3CA8EB46-EC47-6EAB-45AB-35AABA7AD741}"/>
              </a:ext>
            </a:extLst>
          </p:cNvPr>
          <p:cNvGrpSpPr/>
          <p:nvPr/>
        </p:nvGrpSpPr>
        <p:grpSpPr>
          <a:xfrm>
            <a:off x="2838827" y="7283645"/>
            <a:ext cx="8553420" cy="417183"/>
            <a:chOff x="571500" y="5165783"/>
            <a:chExt cx="5702280" cy="278122"/>
          </a:xfrm>
        </p:grpSpPr>
        <p:sp>
          <p:nvSpPr>
            <p:cNvPr id="12" name="Google Shape;60;p3">
              <a:extLst>
                <a:ext uri="{FF2B5EF4-FFF2-40B4-BE49-F238E27FC236}">
                  <a16:creationId xmlns:a16="http://schemas.microsoft.com/office/drawing/2014/main" id="{2231DFCB-7FA7-1BBF-5F08-CDF456B44596}"/>
                </a:ext>
              </a:extLst>
            </p:cNvPr>
            <p:cNvSpPr/>
            <p:nvPr/>
          </p:nvSpPr>
          <p:spPr>
            <a:xfrm>
              <a:off x="754380" y="5166906"/>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ea typeface="Arial" panose="020B0604020202020204" pitchFamily="34" charset="0"/>
                  <a:cs typeface="Arial" panose="020B0604020202020204" pitchFamily="34" charset="0"/>
                </a:rPr>
                <a:t>Conclusion</a:t>
              </a:r>
              <a:endParaRPr lang="en-US" sz="3600" dirty="0">
                <a:solidFill>
                  <a:schemeClr val="tx1">
                    <a:lumMod val="50000"/>
                    <a:lumOff val="50000"/>
                  </a:schemeClr>
                </a:solidFill>
              </a:endParaRPr>
            </a:p>
          </p:txBody>
        </p:sp>
        <p:sp>
          <p:nvSpPr>
            <p:cNvPr id="13" name="Google Shape;61;p3">
              <a:extLst>
                <a:ext uri="{FF2B5EF4-FFF2-40B4-BE49-F238E27FC236}">
                  <a16:creationId xmlns:a16="http://schemas.microsoft.com/office/drawing/2014/main" id="{5EF8DC89-3F49-24B6-3A27-FDD5D5F053DC}"/>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14" name="Google Shape;59;p3">
            <a:extLst>
              <a:ext uri="{FF2B5EF4-FFF2-40B4-BE49-F238E27FC236}">
                <a16:creationId xmlns:a16="http://schemas.microsoft.com/office/drawing/2014/main" id="{A19A8D05-497D-B04B-F2FA-1D1B5594F206}"/>
              </a:ext>
            </a:extLst>
          </p:cNvPr>
          <p:cNvGrpSpPr/>
          <p:nvPr/>
        </p:nvGrpSpPr>
        <p:grpSpPr>
          <a:xfrm>
            <a:off x="2838827" y="7879169"/>
            <a:ext cx="8553420" cy="417185"/>
            <a:chOff x="571500" y="5165783"/>
            <a:chExt cx="5702280" cy="278123"/>
          </a:xfrm>
        </p:grpSpPr>
        <p:sp>
          <p:nvSpPr>
            <p:cNvPr id="15" name="Google Shape;60;p3">
              <a:extLst>
                <a:ext uri="{FF2B5EF4-FFF2-40B4-BE49-F238E27FC236}">
                  <a16:creationId xmlns:a16="http://schemas.microsoft.com/office/drawing/2014/main" id="{AD80F6BE-9137-46A3-7D4B-B3F6D935D845}"/>
                </a:ext>
              </a:extLst>
            </p:cNvPr>
            <p:cNvSpPr/>
            <p:nvPr/>
          </p:nvSpPr>
          <p:spPr>
            <a:xfrm>
              <a:off x="754380" y="5166907"/>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ea typeface="Arial" panose="020B0604020202020204" pitchFamily="34" charset="0"/>
                  <a:cs typeface="Arial" panose="020B0604020202020204" pitchFamily="34" charset="0"/>
                </a:rPr>
                <a:t>Q&amp;A</a:t>
              </a:r>
              <a:endParaRPr lang="en-US" sz="2700" dirty="0">
                <a:solidFill>
                  <a:schemeClr val="tx1">
                    <a:lumMod val="50000"/>
                    <a:lumOff val="50000"/>
                  </a:schemeClr>
                </a:solidFill>
              </a:endParaRPr>
            </a:p>
          </p:txBody>
        </p:sp>
        <p:sp>
          <p:nvSpPr>
            <p:cNvPr id="16" name="Google Shape;61;p3">
              <a:extLst>
                <a:ext uri="{FF2B5EF4-FFF2-40B4-BE49-F238E27FC236}">
                  <a16:creationId xmlns:a16="http://schemas.microsoft.com/office/drawing/2014/main" id="{349DEBB7-FAA1-C511-4D90-C55FABEDE3E8}"/>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17" name="Google Shape;53;p3">
            <a:extLst>
              <a:ext uri="{FF2B5EF4-FFF2-40B4-BE49-F238E27FC236}">
                <a16:creationId xmlns:a16="http://schemas.microsoft.com/office/drawing/2014/main" id="{45390769-5DBD-5D20-6B29-C7D403F2253D}"/>
              </a:ext>
            </a:extLst>
          </p:cNvPr>
          <p:cNvGrpSpPr/>
          <p:nvPr/>
        </p:nvGrpSpPr>
        <p:grpSpPr>
          <a:xfrm>
            <a:off x="2819400" y="4819607"/>
            <a:ext cx="8553420" cy="417185"/>
            <a:chOff x="571500" y="3764860"/>
            <a:chExt cx="5702280" cy="278123"/>
          </a:xfrm>
        </p:grpSpPr>
        <p:sp>
          <p:nvSpPr>
            <p:cNvPr id="18" name="Google Shape;54;p3">
              <a:extLst>
                <a:ext uri="{FF2B5EF4-FFF2-40B4-BE49-F238E27FC236}">
                  <a16:creationId xmlns:a16="http://schemas.microsoft.com/office/drawing/2014/main" id="{F95E8AB1-C86C-5951-0C0A-796069300F7D}"/>
                </a:ext>
              </a:extLst>
            </p:cNvPr>
            <p:cNvSpPr/>
            <p:nvPr/>
          </p:nvSpPr>
          <p:spPr>
            <a:xfrm>
              <a:off x="754380" y="3765984"/>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cs typeface="Arial" panose="020B0604020202020204" pitchFamily="34" charset="0"/>
                </a:rPr>
                <a:t>Introduction</a:t>
              </a:r>
            </a:p>
          </p:txBody>
        </p:sp>
        <p:sp>
          <p:nvSpPr>
            <p:cNvPr id="19" name="Google Shape;55;p3">
              <a:extLst>
                <a:ext uri="{FF2B5EF4-FFF2-40B4-BE49-F238E27FC236}">
                  <a16:creationId xmlns:a16="http://schemas.microsoft.com/office/drawing/2014/main" id="{89D57B8B-FE06-CC1A-1314-83365C8A16D2}"/>
                </a:ext>
              </a:extLst>
            </p:cNvPr>
            <p:cNvSpPr/>
            <p:nvPr/>
          </p:nvSpPr>
          <p:spPr>
            <a:xfrm>
              <a:off x="571500" y="3764860"/>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20" name="Google Shape;56;p3">
            <a:extLst>
              <a:ext uri="{FF2B5EF4-FFF2-40B4-BE49-F238E27FC236}">
                <a16:creationId xmlns:a16="http://schemas.microsoft.com/office/drawing/2014/main" id="{F008D7E0-5724-D67D-06AA-9C1725D5BFDC}"/>
              </a:ext>
            </a:extLst>
          </p:cNvPr>
          <p:cNvGrpSpPr/>
          <p:nvPr/>
        </p:nvGrpSpPr>
        <p:grpSpPr>
          <a:xfrm>
            <a:off x="2819400" y="6057900"/>
            <a:ext cx="8553420" cy="417186"/>
            <a:chOff x="571500" y="5165783"/>
            <a:chExt cx="5702280" cy="278124"/>
          </a:xfrm>
        </p:grpSpPr>
        <p:sp>
          <p:nvSpPr>
            <p:cNvPr id="21" name="Google Shape;57;p3">
              <a:extLst>
                <a:ext uri="{FF2B5EF4-FFF2-40B4-BE49-F238E27FC236}">
                  <a16:creationId xmlns:a16="http://schemas.microsoft.com/office/drawing/2014/main" id="{91F47DB6-1F13-BCA9-1F4A-C0BE191FBDAC}"/>
                </a:ext>
              </a:extLst>
            </p:cNvPr>
            <p:cNvSpPr/>
            <p:nvPr/>
          </p:nvSpPr>
          <p:spPr>
            <a:xfrm>
              <a:off x="754380" y="5166908"/>
              <a:ext cx="5519400" cy="276999"/>
            </a:xfrm>
            <a:prstGeom prst="rect">
              <a:avLst/>
            </a:prstGeom>
            <a:noFill/>
            <a:ln>
              <a:noFill/>
            </a:ln>
          </p:spPr>
          <p:txBody>
            <a:bodyPr spcFirstLastPara="1" wrap="square" lIns="0" tIns="0" rIns="0" bIns="0" anchor="ctr" anchorCtr="0">
              <a:spAutoFit/>
            </a:bodyPr>
            <a:lstStyle/>
            <a:p>
              <a:r>
                <a:rPr lang="en-US" sz="2700" dirty="0">
                  <a:solidFill>
                    <a:schemeClr val="bg1">
                      <a:lumMod val="50000"/>
                    </a:schemeClr>
                  </a:solidFill>
                  <a:latin typeface="Arial" panose="020B0604020202020204" pitchFamily="34" charset="0"/>
                  <a:cs typeface="Arial" panose="020B0604020202020204" pitchFamily="34" charset="0"/>
                </a:rPr>
                <a:t>Key Tasks</a:t>
              </a:r>
            </a:p>
          </p:txBody>
        </p:sp>
        <p:sp>
          <p:nvSpPr>
            <p:cNvPr id="22" name="Google Shape;58;p3">
              <a:extLst>
                <a:ext uri="{FF2B5EF4-FFF2-40B4-BE49-F238E27FC236}">
                  <a16:creationId xmlns:a16="http://schemas.microsoft.com/office/drawing/2014/main" id="{6A8D02FD-47C3-273C-A1A4-117CD8F6C287}"/>
                </a:ext>
              </a:extLst>
            </p:cNvPr>
            <p:cNvSpPr/>
            <p:nvPr/>
          </p:nvSpPr>
          <p:spPr>
            <a:xfrm>
              <a:off x="571500" y="5165783"/>
              <a:ext cx="36000" cy="252000"/>
            </a:xfrm>
            <a:prstGeom prst="rect">
              <a:avLst/>
            </a:prstGeom>
            <a:solidFill>
              <a:schemeClr val="bg1">
                <a:lumMod val="65000"/>
              </a:schemeClr>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26" name="Google Shape;53;p3">
            <a:extLst>
              <a:ext uri="{FF2B5EF4-FFF2-40B4-BE49-F238E27FC236}">
                <a16:creationId xmlns:a16="http://schemas.microsoft.com/office/drawing/2014/main" id="{2FD0EABC-52F2-4414-C7E0-16AF5C8B4532}"/>
              </a:ext>
            </a:extLst>
          </p:cNvPr>
          <p:cNvGrpSpPr/>
          <p:nvPr/>
        </p:nvGrpSpPr>
        <p:grpSpPr>
          <a:xfrm>
            <a:off x="2819400" y="4209809"/>
            <a:ext cx="8553420" cy="417185"/>
            <a:chOff x="571500" y="3764860"/>
            <a:chExt cx="5702280" cy="278123"/>
          </a:xfrm>
        </p:grpSpPr>
        <p:sp>
          <p:nvSpPr>
            <p:cNvPr id="27" name="Google Shape;54;p3">
              <a:extLst>
                <a:ext uri="{FF2B5EF4-FFF2-40B4-BE49-F238E27FC236}">
                  <a16:creationId xmlns:a16="http://schemas.microsoft.com/office/drawing/2014/main" id="{C798BA73-F11F-0207-BB46-3A4648622ECF}"/>
                </a:ext>
              </a:extLst>
            </p:cNvPr>
            <p:cNvSpPr/>
            <p:nvPr/>
          </p:nvSpPr>
          <p:spPr>
            <a:xfrm>
              <a:off x="754380" y="3765984"/>
              <a:ext cx="5519400" cy="276999"/>
            </a:xfrm>
            <a:prstGeom prst="rect">
              <a:avLst/>
            </a:prstGeom>
            <a:noFill/>
            <a:ln>
              <a:noFill/>
            </a:ln>
          </p:spPr>
          <p:txBody>
            <a:bodyPr spcFirstLastPara="1" wrap="square" lIns="0" tIns="0" rIns="0" bIns="0" anchor="ctr" anchorCtr="0">
              <a:spAutoFit/>
            </a:bodyPr>
            <a:lstStyle/>
            <a:p>
              <a:r>
                <a:rPr lang="en-US" sz="2700" dirty="0">
                  <a:solidFill>
                    <a:schemeClr val="bg1">
                      <a:lumMod val="50000"/>
                    </a:schemeClr>
                  </a:solidFill>
                  <a:latin typeface="Arial" panose="020B0604020202020204" pitchFamily="34" charset="0"/>
                  <a:cs typeface="Arial" panose="020B0604020202020204" pitchFamily="34" charset="0"/>
                </a:rPr>
                <a:t>Problem Statement</a:t>
              </a:r>
              <a:endParaRPr lang="en-US" sz="3600" dirty="0">
                <a:solidFill>
                  <a:schemeClr val="bg1">
                    <a:lumMod val="50000"/>
                  </a:schemeClr>
                </a:solidFill>
              </a:endParaRPr>
            </a:p>
          </p:txBody>
        </p:sp>
        <p:sp>
          <p:nvSpPr>
            <p:cNvPr id="28" name="Google Shape;55;p3">
              <a:extLst>
                <a:ext uri="{FF2B5EF4-FFF2-40B4-BE49-F238E27FC236}">
                  <a16:creationId xmlns:a16="http://schemas.microsoft.com/office/drawing/2014/main" id="{17C2752D-50A8-62F0-8AA6-11C8C3B9AFF3}"/>
                </a:ext>
              </a:extLst>
            </p:cNvPr>
            <p:cNvSpPr/>
            <p:nvPr/>
          </p:nvSpPr>
          <p:spPr>
            <a:xfrm>
              <a:off x="571500" y="3764860"/>
              <a:ext cx="36000" cy="252000"/>
            </a:xfrm>
            <a:prstGeom prst="rect">
              <a:avLst/>
            </a:prstGeom>
            <a:solidFill>
              <a:schemeClr val="bg1">
                <a:lumMod val="65000"/>
              </a:schemeClr>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spTree>
    <p:extLst>
      <p:ext uri="{BB962C8B-B14F-4D97-AF65-F5344CB8AC3E}">
        <p14:creationId xmlns:p14="http://schemas.microsoft.com/office/powerpoint/2010/main" val="23203171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par>
                                <p:cTn id="10" presetID="53" presetClass="entr" presetSubtype="16" fill="hold" nodeType="withEffect">
                                  <p:stCondLst>
                                    <p:cond delay="1000"/>
                                  </p:stCondLst>
                                  <p:childTnLst>
                                    <p:set>
                                      <p:cBhvr>
                                        <p:cTn id="11" dur="1" fill="hold">
                                          <p:stCondLst>
                                            <p:cond delay="0"/>
                                          </p:stCondLst>
                                        </p:cTn>
                                        <p:tgtEl>
                                          <p:spTgt spid="17"/>
                                        </p:tgtEl>
                                        <p:attrNameLst>
                                          <p:attrName>style.visibility</p:attrName>
                                        </p:attrNameLst>
                                      </p:cBhvr>
                                      <p:to>
                                        <p:strVal val="visible"/>
                                      </p:to>
                                    </p:se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animEffect transition="in" filter="fade">
                                      <p:cBhvr>
                                        <p:cTn id="14" dur="500"/>
                                        <p:tgtEl>
                                          <p:spTgt spid="17"/>
                                        </p:tgtEl>
                                      </p:cBhvr>
                                    </p:animEffect>
                                  </p:childTnLst>
                                </p:cTn>
                              </p:par>
                              <p:par>
                                <p:cTn id="15" presetID="53" presetClass="entr" presetSubtype="16" fill="hold" nodeType="withEffect">
                                  <p:stCondLst>
                                    <p:cond delay="2000"/>
                                  </p:stCondLst>
                                  <p:childTnLst>
                                    <p:set>
                                      <p:cBhvr>
                                        <p:cTn id="16" dur="1" fill="hold">
                                          <p:stCondLst>
                                            <p:cond delay="0"/>
                                          </p:stCondLst>
                                        </p:cTn>
                                        <p:tgtEl>
                                          <p:spTgt spid="20"/>
                                        </p:tgtEl>
                                        <p:attrNameLst>
                                          <p:attrName>style.visibility</p:attrName>
                                        </p:attrNameLst>
                                      </p:cBhvr>
                                      <p:to>
                                        <p:strVal val="visible"/>
                                      </p:to>
                                    </p:set>
                                    <p:anim calcmode="lin" valueType="num">
                                      <p:cBhvr>
                                        <p:cTn id="17" dur="500" fill="hold"/>
                                        <p:tgtEl>
                                          <p:spTgt spid="20"/>
                                        </p:tgtEl>
                                        <p:attrNameLst>
                                          <p:attrName>ppt_w</p:attrName>
                                        </p:attrNameLst>
                                      </p:cBhvr>
                                      <p:tavLst>
                                        <p:tav tm="0">
                                          <p:val>
                                            <p:fltVal val="0"/>
                                          </p:val>
                                        </p:tav>
                                        <p:tav tm="100000">
                                          <p:val>
                                            <p:strVal val="#ppt_w"/>
                                          </p:val>
                                        </p:tav>
                                      </p:tavLst>
                                    </p:anim>
                                    <p:anim calcmode="lin" valueType="num">
                                      <p:cBhvr>
                                        <p:cTn id="18" dur="500" fill="hold"/>
                                        <p:tgtEl>
                                          <p:spTgt spid="20"/>
                                        </p:tgtEl>
                                        <p:attrNameLst>
                                          <p:attrName>ppt_h</p:attrName>
                                        </p:attrNameLst>
                                      </p:cBhvr>
                                      <p:tavLst>
                                        <p:tav tm="0">
                                          <p:val>
                                            <p:fltVal val="0"/>
                                          </p:val>
                                        </p:tav>
                                        <p:tav tm="100000">
                                          <p:val>
                                            <p:strVal val="#ppt_h"/>
                                          </p:val>
                                        </p:tav>
                                      </p:tavLst>
                                    </p:anim>
                                    <p:animEffect transition="in" filter="fade">
                                      <p:cBhvr>
                                        <p:cTn id="19" dur="500"/>
                                        <p:tgtEl>
                                          <p:spTgt spid="20"/>
                                        </p:tgtEl>
                                      </p:cBhvr>
                                    </p:animEffect>
                                  </p:childTnLst>
                                </p:cTn>
                              </p:par>
                              <p:par>
                                <p:cTn id="20" presetID="53" presetClass="entr" presetSubtype="16" fill="hold" nodeType="withEffect">
                                  <p:stCondLst>
                                    <p:cond delay="1500"/>
                                  </p:stCondLst>
                                  <p:childTnLst>
                                    <p:set>
                                      <p:cBhvr>
                                        <p:cTn id="21" dur="1" fill="hold">
                                          <p:stCondLst>
                                            <p:cond delay="0"/>
                                          </p:stCondLst>
                                        </p:cTn>
                                        <p:tgtEl>
                                          <p:spTgt spid="5"/>
                                        </p:tgtEl>
                                        <p:attrNameLst>
                                          <p:attrName>style.visibility</p:attrName>
                                        </p:attrNameLst>
                                      </p:cBhvr>
                                      <p:to>
                                        <p:strVal val="visible"/>
                                      </p:to>
                                    </p:set>
                                    <p:anim calcmode="lin" valueType="num">
                                      <p:cBhvr>
                                        <p:cTn id="22" dur="500" fill="hold"/>
                                        <p:tgtEl>
                                          <p:spTgt spid="5"/>
                                        </p:tgtEl>
                                        <p:attrNameLst>
                                          <p:attrName>ppt_w</p:attrName>
                                        </p:attrNameLst>
                                      </p:cBhvr>
                                      <p:tavLst>
                                        <p:tav tm="0">
                                          <p:val>
                                            <p:fltVal val="0"/>
                                          </p:val>
                                        </p:tav>
                                        <p:tav tm="100000">
                                          <p:val>
                                            <p:strVal val="#ppt_w"/>
                                          </p:val>
                                        </p:tav>
                                      </p:tavLst>
                                    </p:anim>
                                    <p:anim calcmode="lin" valueType="num">
                                      <p:cBhvr>
                                        <p:cTn id="23" dur="500" fill="hold"/>
                                        <p:tgtEl>
                                          <p:spTgt spid="5"/>
                                        </p:tgtEl>
                                        <p:attrNameLst>
                                          <p:attrName>ppt_h</p:attrName>
                                        </p:attrNameLst>
                                      </p:cBhvr>
                                      <p:tavLst>
                                        <p:tav tm="0">
                                          <p:val>
                                            <p:fltVal val="0"/>
                                          </p:val>
                                        </p:tav>
                                        <p:tav tm="100000">
                                          <p:val>
                                            <p:strVal val="#ppt_h"/>
                                          </p:val>
                                        </p:tav>
                                      </p:tavLst>
                                    </p:anim>
                                    <p:animEffect transition="in" filter="fade">
                                      <p:cBhvr>
                                        <p:cTn id="24" dur="500"/>
                                        <p:tgtEl>
                                          <p:spTgt spid="5"/>
                                        </p:tgtEl>
                                      </p:cBhvr>
                                    </p:animEffect>
                                  </p:childTnLst>
                                </p:cTn>
                              </p:par>
                              <p:par>
                                <p:cTn id="25" presetID="53" presetClass="entr" presetSubtype="16" fill="hold" nodeType="withEffect">
                                  <p:stCondLst>
                                    <p:cond delay="2500"/>
                                  </p:stCondLst>
                                  <p:childTnLst>
                                    <p:set>
                                      <p:cBhvr>
                                        <p:cTn id="26" dur="1" fill="hold">
                                          <p:stCondLst>
                                            <p:cond delay="0"/>
                                          </p:stCondLst>
                                        </p:cTn>
                                        <p:tgtEl>
                                          <p:spTgt spid="8"/>
                                        </p:tgtEl>
                                        <p:attrNameLst>
                                          <p:attrName>style.visibility</p:attrName>
                                        </p:attrNameLst>
                                      </p:cBhvr>
                                      <p:to>
                                        <p:strVal val="visible"/>
                                      </p:to>
                                    </p:set>
                                    <p:anim calcmode="lin" valueType="num">
                                      <p:cBhvr>
                                        <p:cTn id="27" dur="500" fill="hold"/>
                                        <p:tgtEl>
                                          <p:spTgt spid="8"/>
                                        </p:tgtEl>
                                        <p:attrNameLst>
                                          <p:attrName>ppt_w</p:attrName>
                                        </p:attrNameLst>
                                      </p:cBhvr>
                                      <p:tavLst>
                                        <p:tav tm="0">
                                          <p:val>
                                            <p:fltVal val="0"/>
                                          </p:val>
                                        </p:tav>
                                        <p:tav tm="100000">
                                          <p:val>
                                            <p:strVal val="#ppt_w"/>
                                          </p:val>
                                        </p:tav>
                                      </p:tavLst>
                                    </p:anim>
                                    <p:anim calcmode="lin" valueType="num">
                                      <p:cBhvr>
                                        <p:cTn id="28" dur="500" fill="hold"/>
                                        <p:tgtEl>
                                          <p:spTgt spid="8"/>
                                        </p:tgtEl>
                                        <p:attrNameLst>
                                          <p:attrName>ppt_h</p:attrName>
                                        </p:attrNameLst>
                                      </p:cBhvr>
                                      <p:tavLst>
                                        <p:tav tm="0">
                                          <p:val>
                                            <p:fltVal val="0"/>
                                          </p:val>
                                        </p:tav>
                                        <p:tav tm="100000">
                                          <p:val>
                                            <p:strVal val="#ppt_h"/>
                                          </p:val>
                                        </p:tav>
                                      </p:tavLst>
                                    </p:anim>
                                    <p:animEffect transition="in" filter="fade">
                                      <p:cBhvr>
                                        <p:cTn id="29" dur="500"/>
                                        <p:tgtEl>
                                          <p:spTgt spid="8"/>
                                        </p:tgtEl>
                                      </p:cBhvr>
                                    </p:animEffect>
                                  </p:childTnLst>
                                </p:cTn>
                              </p:par>
                              <p:par>
                                <p:cTn id="30" presetID="53" presetClass="entr" presetSubtype="16" fill="hold" nodeType="withEffect">
                                  <p:stCondLst>
                                    <p:cond delay="3000"/>
                                  </p:stCondLst>
                                  <p:childTnLst>
                                    <p:set>
                                      <p:cBhvr>
                                        <p:cTn id="31" dur="1" fill="hold">
                                          <p:stCondLst>
                                            <p:cond delay="0"/>
                                          </p:stCondLst>
                                        </p:cTn>
                                        <p:tgtEl>
                                          <p:spTgt spid="11"/>
                                        </p:tgtEl>
                                        <p:attrNameLst>
                                          <p:attrName>style.visibility</p:attrName>
                                        </p:attrNameLst>
                                      </p:cBhvr>
                                      <p:to>
                                        <p:strVal val="visible"/>
                                      </p:to>
                                    </p:set>
                                    <p:anim calcmode="lin" valueType="num">
                                      <p:cBhvr>
                                        <p:cTn id="32" dur="500" fill="hold"/>
                                        <p:tgtEl>
                                          <p:spTgt spid="11"/>
                                        </p:tgtEl>
                                        <p:attrNameLst>
                                          <p:attrName>ppt_w</p:attrName>
                                        </p:attrNameLst>
                                      </p:cBhvr>
                                      <p:tavLst>
                                        <p:tav tm="0">
                                          <p:val>
                                            <p:fltVal val="0"/>
                                          </p:val>
                                        </p:tav>
                                        <p:tav tm="100000">
                                          <p:val>
                                            <p:strVal val="#ppt_w"/>
                                          </p:val>
                                        </p:tav>
                                      </p:tavLst>
                                    </p:anim>
                                    <p:anim calcmode="lin" valueType="num">
                                      <p:cBhvr>
                                        <p:cTn id="33" dur="500" fill="hold"/>
                                        <p:tgtEl>
                                          <p:spTgt spid="11"/>
                                        </p:tgtEl>
                                        <p:attrNameLst>
                                          <p:attrName>ppt_h</p:attrName>
                                        </p:attrNameLst>
                                      </p:cBhvr>
                                      <p:tavLst>
                                        <p:tav tm="0">
                                          <p:val>
                                            <p:fltVal val="0"/>
                                          </p:val>
                                        </p:tav>
                                        <p:tav tm="100000">
                                          <p:val>
                                            <p:strVal val="#ppt_h"/>
                                          </p:val>
                                        </p:tav>
                                      </p:tavLst>
                                    </p:anim>
                                    <p:animEffect transition="in" filter="fade">
                                      <p:cBhvr>
                                        <p:cTn id="34" dur="500"/>
                                        <p:tgtEl>
                                          <p:spTgt spid="11"/>
                                        </p:tgtEl>
                                      </p:cBhvr>
                                    </p:animEffect>
                                  </p:childTnLst>
                                </p:cTn>
                              </p:par>
                              <p:par>
                                <p:cTn id="35" presetID="53" presetClass="entr" presetSubtype="16" fill="hold" nodeType="withEffect">
                                  <p:stCondLst>
                                    <p:cond delay="3500"/>
                                  </p:stCondLst>
                                  <p:childTnLst>
                                    <p:set>
                                      <p:cBhvr>
                                        <p:cTn id="36" dur="1" fill="hold">
                                          <p:stCondLst>
                                            <p:cond delay="0"/>
                                          </p:stCondLst>
                                        </p:cTn>
                                        <p:tgtEl>
                                          <p:spTgt spid="14"/>
                                        </p:tgtEl>
                                        <p:attrNameLst>
                                          <p:attrName>style.visibility</p:attrName>
                                        </p:attrNameLst>
                                      </p:cBhvr>
                                      <p:to>
                                        <p:strVal val="visible"/>
                                      </p:to>
                                    </p:set>
                                    <p:anim calcmode="lin" valueType="num">
                                      <p:cBhvr>
                                        <p:cTn id="37" dur="500" fill="hold"/>
                                        <p:tgtEl>
                                          <p:spTgt spid="14"/>
                                        </p:tgtEl>
                                        <p:attrNameLst>
                                          <p:attrName>ppt_w</p:attrName>
                                        </p:attrNameLst>
                                      </p:cBhvr>
                                      <p:tavLst>
                                        <p:tav tm="0">
                                          <p:val>
                                            <p:fltVal val="0"/>
                                          </p:val>
                                        </p:tav>
                                        <p:tav tm="100000">
                                          <p:val>
                                            <p:strVal val="#ppt_w"/>
                                          </p:val>
                                        </p:tav>
                                      </p:tavLst>
                                    </p:anim>
                                    <p:anim calcmode="lin" valueType="num">
                                      <p:cBhvr>
                                        <p:cTn id="38" dur="500" fill="hold"/>
                                        <p:tgtEl>
                                          <p:spTgt spid="14"/>
                                        </p:tgtEl>
                                        <p:attrNameLst>
                                          <p:attrName>ppt_h</p:attrName>
                                        </p:attrNameLst>
                                      </p:cBhvr>
                                      <p:tavLst>
                                        <p:tav tm="0">
                                          <p:val>
                                            <p:fltVal val="0"/>
                                          </p:val>
                                        </p:tav>
                                        <p:tav tm="100000">
                                          <p:val>
                                            <p:strVal val="#ppt_h"/>
                                          </p:val>
                                        </p:tav>
                                      </p:tavLst>
                                    </p:anim>
                                    <p:animEffect transition="in" filter="fade">
                                      <p:cBhvr>
                                        <p:cTn id="39" dur="500"/>
                                        <p:tgtEl>
                                          <p:spTgt spid="14"/>
                                        </p:tgtEl>
                                      </p:cBhvr>
                                    </p:animEffect>
                                  </p:childTnLst>
                                </p:cTn>
                              </p:par>
                              <p:par>
                                <p:cTn id="40" presetID="53" presetClass="entr" presetSubtype="16" fill="hold" nodeType="withEffect">
                                  <p:stCondLst>
                                    <p:cond delay="500"/>
                                  </p:stCondLst>
                                  <p:childTnLst>
                                    <p:set>
                                      <p:cBhvr>
                                        <p:cTn id="41" dur="1" fill="hold">
                                          <p:stCondLst>
                                            <p:cond delay="0"/>
                                          </p:stCondLst>
                                        </p:cTn>
                                        <p:tgtEl>
                                          <p:spTgt spid="26"/>
                                        </p:tgtEl>
                                        <p:attrNameLst>
                                          <p:attrName>style.visibility</p:attrName>
                                        </p:attrNameLst>
                                      </p:cBhvr>
                                      <p:to>
                                        <p:strVal val="visible"/>
                                      </p:to>
                                    </p:set>
                                    <p:anim calcmode="lin" valueType="num">
                                      <p:cBhvr>
                                        <p:cTn id="42" dur="500" fill="hold"/>
                                        <p:tgtEl>
                                          <p:spTgt spid="26"/>
                                        </p:tgtEl>
                                        <p:attrNameLst>
                                          <p:attrName>ppt_w</p:attrName>
                                        </p:attrNameLst>
                                      </p:cBhvr>
                                      <p:tavLst>
                                        <p:tav tm="0">
                                          <p:val>
                                            <p:fltVal val="0"/>
                                          </p:val>
                                        </p:tav>
                                        <p:tav tm="100000">
                                          <p:val>
                                            <p:strVal val="#ppt_w"/>
                                          </p:val>
                                        </p:tav>
                                      </p:tavLst>
                                    </p:anim>
                                    <p:anim calcmode="lin" valueType="num">
                                      <p:cBhvr>
                                        <p:cTn id="43" dur="500" fill="hold"/>
                                        <p:tgtEl>
                                          <p:spTgt spid="26"/>
                                        </p:tgtEl>
                                        <p:attrNameLst>
                                          <p:attrName>ppt_h</p:attrName>
                                        </p:attrNameLst>
                                      </p:cBhvr>
                                      <p:tavLst>
                                        <p:tav tm="0">
                                          <p:val>
                                            <p:fltVal val="0"/>
                                          </p:val>
                                        </p:tav>
                                        <p:tav tm="100000">
                                          <p:val>
                                            <p:strVal val="#ppt_h"/>
                                          </p:val>
                                        </p:tav>
                                      </p:tavLst>
                                    </p:anim>
                                    <p:animEffect transition="in" filter="fade">
                                      <p:cBhvr>
                                        <p:cTn id="44"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8">
          <a:extLst>
            <a:ext uri="{FF2B5EF4-FFF2-40B4-BE49-F238E27FC236}">
              <a16:creationId xmlns:a16="http://schemas.microsoft.com/office/drawing/2014/main" id="{70BDCBBA-0ABD-1800-1210-090CD27ABB0A}"/>
            </a:ext>
          </a:extLst>
        </p:cNvPr>
        <p:cNvGrpSpPr/>
        <p:nvPr/>
      </p:nvGrpSpPr>
      <p:grpSpPr>
        <a:xfrm>
          <a:off x="0" y="0"/>
          <a:ext cx="0" cy="0"/>
          <a:chOff x="0" y="0"/>
          <a:chExt cx="0" cy="0"/>
        </a:xfrm>
      </p:grpSpPr>
      <p:sp>
        <p:nvSpPr>
          <p:cNvPr id="39" name="Google Shape;39;p2">
            <a:extLst>
              <a:ext uri="{FF2B5EF4-FFF2-40B4-BE49-F238E27FC236}">
                <a16:creationId xmlns:a16="http://schemas.microsoft.com/office/drawing/2014/main" id="{5067AE8F-15ED-2846-3D82-4CD51BD1DF65}"/>
              </a:ext>
            </a:extLst>
          </p:cNvPr>
          <p:cNvSpPr/>
          <p:nvPr/>
        </p:nvSpPr>
        <p:spPr>
          <a:xfrm>
            <a:off x="2249567" y="1123694"/>
            <a:ext cx="10512900" cy="1015663"/>
          </a:xfrm>
          <a:prstGeom prst="rect">
            <a:avLst/>
          </a:prstGeom>
          <a:noFill/>
          <a:ln>
            <a:noFill/>
          </a:ln>
        </p:spPr>
        <p:txBody>
          <a:bodyPr spcFirstLastPara="1" wrap="square" lIns="0" tIns="0" rIns="0" bIns="0" anchor="t" anchorCtr="0">
            <a:spAutoFit/>
          </a:bodyPr>
          <a:lstStyle/>
          <a:p>
            <a:r>
              <a:rPr lang="en-US" sz="6600" dirty="0">
                <a:solidFill>
                  <a:schemeClr val="lt1"/>
                </a:solidFill>
                <a:latin typeface="Calibri"/>
                <a:ea typeface="Calibri"/>
                <a:cs typeface="Calibri"/>
              </a:rPr>
              <a:t>Methodology</a:t>
            </a:r>
            <a:endParaRPr lang="en-US" sz="6600" dirty="0">
              <a:solidFill>
                <a:schemeClr val="lt1"/>
              </a:solidFill>
              <a:ea typeface="Calibri"/>
              <a:cs typeface="Calibri"/>
            </a:endParaRPr>
          </a:p>
        </p:txBody>
      </p:sp>
      <p:cxnSp>
        <p:nvCxnSpPr>
          <p:cNvPr id="41" name="Google Shape;41;p2">
            <a:extLst>
              <a:ext uri="{FF2B5EF4-FFF2-40B4-BE49-F238E27FC236}">
                <a16:creationId xmlns:a16="http://schemas.microsoft.com/office/drawing/2014/main" id="{F0477620-3DF6-2992-DF61-40D9DFE5918D}"/>
              </a:ext>
            </a:extLst>
          </p:cNvPr>
          <p:cNvCxnSpPr>
            <a:cxnSpLocks/>
          </p:cNvCxnSpPr>
          <p:nvPr/>
        </p:nvCxnSpPr>
        <p:spPr>
          <a:xfrm>
            <a:off x="1447800" y="2392467"/>
            <a:ext cx="0" cy="4893647"/>
          </a:xfrm>
          <a:prstGeom prst="straightConnector1">
            <a:avLst/>
          </a:prstGeom>
          <a:noFill/>
          <a:ln w="38100" cap="flat" cmpd="sng">
            <a:solidFill>
              <a:schemeClr val="lt1"/>
            </a:solidFill>
            <a:prstDash val="solid"/>
            <a:miter lim="800000"/>
            <a:headEnd type="none" w="sm" len="sm"/>
            <a:tailEnd type="none" w="sm" len="sm"/>
          </a:ln>
        </p:spPr>
      </p:cxnSp>
      <p:sp>
        <p:nvSpPr>
          <p:cNvPr id="2" name="TextBox 1">
            <a:extLst>
              <a:ext uri="{FF2B5EF4-FFF2-40B4-BE49-F238E27FC236}">
                <a16:creationId xmlns:a16="http://schemas.microsoft.com/office/drawing/2014/main" id="{5747D85D-33E0-734F-A30A-B3DEF722333E}"/>
              </a:ext>
            </a:extLst>
          </p:cNvPr>
          <p:cNvSpPr txBox="1"/>
          <p:nvPr/>
        </p:nvSpPr>
        <p:spPr>
          <a:xfrm>
            <a:off x="1905000" y="2392467"/>
            <a:ext cx="15086785" cy="4893647"/>
          </a:xfrm>
          <a:prstGeom prst="rect">
            <a:avLst/>
          </a:prstGeom>
          <a:noFill/>
        </p:spPr>
        <p:txBody>
          <a:bodyPr wrap="square" rtlCol="0">
            <a:spAutoFit/>
          </a:bodyPr>
          <a:lstStyle/>
          <a:p>
            <a:endParaRPr lang="en-US" sz="2400" dirty="0">
              <a:solidFill>
                <a:schemeClr val="bg1"/>
              </a:solidFill>
            </a:endParaRPr>
          </a:p>
          <a:p>
            <a:pPr marL="342900" indent="-342900">
              <a:buFont typeface="Arial" panose="020B0604020202020204" pitchFamily="34" charset="0"/>
              <a:buChar char="•"/>
            </a:pPr>
            <a:r>
              <a:rPr lang="en-US" altLang="en-US" sz="2400" b="1" dirty="0">
                <a:solidFill>
                  <a:schemeClr val="bg1"/>
                </a:solidFill>
              </a:rPr>
              <a:t>Modular System Architecture: Organized code structure into clear layers separating data models (models/), business logic (services/), custom algorithms (algorithms/), and UI components (pages/).</a:t>
            </a:r>
            <a:endParaRPr lang="ar-EG" altLang="en-US" sz="2400" b="1" dirty="0">
              <a:solidFill>
                <a:schemeClr val="bg1"/>
              </a:solidFill>
            </a:endParaRPr>
          </a:p>
          <a:p>
            <a:pPr marL="342900" indent="-342900">
              <a:buFont typeface="Arial" panose="020B0604020202020204" pitchFamily="34" charset="0"/>
              <a:buChar char="•"/>
            </a:pPr>
            <a:endParaRPr lang="en-US" altLang="en-US" sz="2400" b="1" dirty="0">
              <a:solidFill>
                <a:schemeClr val="bg1"/>
              </a:solidFill>
            </a:endParaRPr>
          </a:p>
          <a:p>
            <a:pPr marL="342900" lvl="0" indent="-342900" eaLnBrk="0" fontAlgn="base" hangingPunct="0">
              <a:spcBef>
                <a:spcPct val="0"/>
              </a:spcBef>
              <a:spcAft>
                <a:spcPct val="0"/>
              </a:spcAft>
              <a:buFont typeface="Arial" panose="020B0604020202020204" pitchFamily="34" charset="0"/>
              <a:buChar char="•"/>
            </a:pPr>
            <a:r>
              <a:rPr lang="en-US" altLang="en-US" sz="2400" b="1" dirty="0">
                <a:solidFill>
                  <a:schemeClr val="bg1"/>
                </a:solidFill>
              </a:rPr>
              <a:t>Object-Oriented Design (OOP): Applied OOP principles including inheritance and polymorphism, featuring a base Charger class extended into specialized </a:t>
            </a:r>
            <a:r>
              <a:rPr lang="en-US" altLang="en-US" sz="2400" b="1" dirty="0" err="1">
                <a:solidFill>
                  <a:schemeClr val="bg1"/>
                </a:solidFill>
              </a:rPr>
              <a:t>ACCharger</a:t>
            </a:r>
            <a:r>
              <a:rPr lang="en-US" altLang="en-US" sz="2400" b="1" dirty="0">
                <a:solidFill>
                  <a:schemeClr val="bg1"/>
                </a:solidFill>
              </a:rPr>
              <a:t> and </a:t>
            </a:r>
            <a:r>
              <a:rPr lang="en-US" altLang="en-US" sz="2400" b="1" dirty="0" err="1">
                <a:solidFill>
                  <a:schemeClr val="bg1"/>
                </a:solidFill>
              </a:rPr>
              <a:t>DCCharger</a:t>
            </a:r>
            <a:r>
              <a:rPr lang="en-US" altLang="en-US" sz="2400" b="1" dirty="0">
                <a:solidFill>
                  <a:schemeClr val="bg1"/>
                </a:solidFill>
              </a:rPr>
              <a:t> subclasses.</a:t>
            </a:r>
            <a:endParaRPr lang="ar-EG" altLang="en-US" sz="2400" b="1" dirty="0">
              <a:solidFill>
                <a:schemeClr val="bg1"/>
              </a:solidFill>
            </a:endParaRPr>
          </a:p>
          <a:p>
            <a:pPr marL="342900" lvl="0" indent="-342900" eaLnBrk="0" fontAlgn="base" hangingPunct="0">
              <a:spcBef>
                <a:spcPct val="0"/>
              </a:spcBef>
              <a:spcAft>
                <a:spcPct val="0"/>
              </a:spcAft>
              <a:buFont typeface="Arial" panose="020B0604020202020204" pitchFamily="34" charset="0"/>
              <a:buChar char="•"/>
            </a:pPr>
            <a:endParaRPr lang="ar-EG" altLang="en-US" sz="2400" b="1" dirty="0">
              <a:solidFill>
                <a:schemeClr val="bg1"/>
              </a:solidFill>
            </a:endParaRPr>
          </a:p>
          <a:p>
            <a:pPr marL="342900" lvl="0" indent="-342900" eaLnBrk="0" fontAlgn="base" hangingPunct="0">
              <a:spcBef>
                <a:spcPct val="0"/>
              </a:spcBef>
              <a:spcAft>
                <a:spcPct val="0"/>
              </a:spcAft>
              <a:buFont typeface="Arial" panose="020B0604020202020204" pitchFamily="34" charset="0"/>
              <a:buChar char="•"/>
            </a:pPr>
            <a:r>
              <a:rPr lang="en-US" sz="2400" b="1" dirty="0">
                <a:solidFill>
                  <a:schemeClr val="bg1"/>
                </a:solidFill>
              </a:rPr>
              <a:t>Custom Algorithms &amp; Data Structures: Implemented manual data structures and algorithms without reliance on built-in utilities, including a Stack for undo actions, a FIFO Queue for waiting lists, a Hash Table for ID lookups, Merge Sort, and Greedy Scheduling.</a:t>
            </a:r>
            <a:endParaRPr lang="ar-EG" sz="2400" b="1" dirty="0">
              <a:solidFill>
                <a:schemeClr val="bg1"/>
              </a:solidFill>
            </a:endParaRPr>
          </a:p>
          <a:p>
            <a:pPr marL="342900" lvl="0" indent="-342900" eaLnBrk="0" fontAlgn="base" hangingPunct="0">
              <a:spcBef>
                <a:spcPct val="0"/>
              </a:spcBef>
              <a:spcAft>
                <a:spcPct val="0"/>
              </a:spcAft>
              <a:buFont typeface="Arial" panose="020B0604020202020204" pitchFamily="34" charset="0"/>
              <a:buChar char="•"/>
            </a:pPr>
            <a:endParaRPr lang="ar-EG" sz="2400" b="1" dirty="0">
              <a:solidFill>
                <a:schemeClr val="bg1"/>
              </a:solidFill>
            </a:endParaRPr>
          </a:p>
          <a:p>
            <a:pPr marL="342900" lvl="0" indent="-342900" eaLnBrk="0" fontAlgn="base" hangingPunct="0">
              <a:spcBef>
                <a:spcPct val="0"/>
              </a:spcBef>
              <a:spcAft>
                <a:spcPct val="0"/>
              </a:spcAft>
              <a:buFont typeface="Arial" panose="020B0604020202020204" pitchFamily="34" charset="0"/>
              <a:buChar char="•"/>
            </a:pPr>
            <a:r>
              <a:rPr lang="en-US" altLang="en-US" sz="2400" b="1" dirty="0">
                <a:solidFill>
                  <a:schemeClr val="bg1"/>
                </a:solidFill>
              </a:rPr>
              <a:t>Data Processing &amp; </a:t>
            </a:r>
            <a:r>
              <a:rPr lang="en-US" altLang="en-US" sz="2400" b="1" dirty="0" err="1">
                <a:solidFill>
                  <a:schemeClr val="bg1"/>
                </a:solidFill>
              </a:rPr>
              <a:t>Streamlit</a:t>
            </a:r>
            <a:r>
              <a:rPr lang="en-US" altLang="en-US" sz="2400" b="1" dirty="0">
                <a:solidFill>
                  <a:schemeClr val="bg1"/>
                </a:solidFill>
              </a:rPr>
              <a:t> UX: Utilized Pandas for synthetic dataset cleaning, transformation, and metrics calculation, wrapped in an interactive </a:t>
            </a:r>
            <a:r>
              <a:rPr lang="en-US" altLang="en-US" sz="2400" b="1" dirty="0" err="1">
                <a:solidFill>
                  <a:schemeClr val="bg1"/>
                </a:solidFill>
              </a:rPr>
              <a:t>Streamlit</a:t>
            </a:r>
            <a:r>
              <a:rPr lang="en-US" altLang="en-US" sz="2400" b="1" dirty="0">
                <a:solidFill>
                  <a:schemeClr val="bg1"/>
                </a:solidFill>
              </a:rPr>
              <a:t> interface with dynamic role-based access control.</a:t>
            </a:r>
            <a:endParaRPr lang="ar-EG" altLang="en-US" sz="2400" b="1" dirty="0">
              <a:solidFill>
                <a:schemeClr val="bg1"/>
              </a:solidFill>
            </a:endParaRPr>
          </a:p>
        </p:txBody>
      </p:sp>
    </p:spTree>
    <p:extLst>
      <p:ext uri="{BB962C8B-B14F-4D97-AF65-F5344CB8AC3E}">
        <p14:creationId xmlns:p14="http://schemas.microsoft.com/office/powerpoint/2010/main" val="791814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41"/>
                                        </p:tgtEl>
                                        <p:attrNameLst>
                                          <p:attrName>style.visibility</p:attrName>
                                        </p:attrNameLst>
                                      </p:cBhvr>
                                      <p:to>
                                        <p:strVal val="visible"/>
                                      </p:to>
                                    </p:set>
                                    <p:animEffect transition="in" filter="wipe(up)">
                                      <p:cBhvr>
                                        <p:cTn id="7" dur="1000"/>
                                        <p:tgtEl>
                                          <p:spTgt spid="41"/>
                                        </p:tgtEl>
                                      </p:cBhvr>
                                    </p:animEffect>
                                  </p:childTnLst>
                                </p:cTn>
                              </p:par>
                              <p:par>
                                <p:cTn id="8" presetID="22" presetClass="entr" presetSubtype="1"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wipe(up)">
                                      <p:cBhvr>
                                        <p:cTn id="10"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7"/>
        <p:cNvGrpSpPr/>
        <p:nvPr/>
      </p:nvGrpSpPr>
      <p:grpSpPr>
        <a:xfrm>
          <a:off x="0" y="0"/>
          <a:ext cx="0" cy="0"/>
          <a:chOff x="0" y="0"/>
          <a:chExt cx="0" cy="0"/>
        </a:xfrm>
      </p:grpSpPr>
      <p:sp>
        <p:nvSpPr>
          <p:cNvPr id="48" name="Google Shape;48;p3"/>
          <p:cNvSpPr/>
          <p:nvPr/>
        </p:nvSpPr>
        <p:spPr>
          <a:xfrm>
            <a:off x="2555082" y="1393442"/>
            <a:ext cx="7433550" cy="769441"/>
          </a:xfrm>
          <a:prstGeom prst="rect">
            <a:avLst/>
          </a:prstGeom>
          <a:noFill/>
          <a:ln>
            <a:noFill/>
          </a:ln>
        </p:spPr>
        <p:txBody>
          <a:bodyPr spcFirstLastPara="1" wrap="square" lIns="0" tIns="0" rIns="0" bIns="0" anchor="t" anchorCtr="0">
            <a:spAutoFit/>
          </a:bodyPr>
          <a:lstStyle/>
          <a:p>
            <a:r>
              <a:rPr lang="en-US" sz="5000" b="1" dirty="0">
                <a:solidFill>
                  <a:schemeClr val="lt1"/>
                </a:solidFill>
              </a:rPr>
              <a:t>Agenda</a:t>
            </a:r>
            <a:endParaRPr sz="5000" b="1" dirty="0">
              <a:solidFill>
                <a:schemeClr val="lt1"/>
              </a:solidFill>
            </a:endParaRPr>
          </a:p>
        </p:txBody>
      </p:sp>
      <p:grpSp>
        <p:nvGrpSpPr>
          <p:cNvPr id="2" name="Google Shape;50;p3">
            <a:extLst>
              <a:ext uri="{FF2B5EF4-FFF2-40B4-BE49-F238E27FC236}">
                <a16:creationId xmlns:a16="http://schemas.microsoft.com/office/drawing/2014/main" id="{E2B5B782-5B12-44EC-DE2B-CFD7C0363A0A}"/>
              </a:ext>
            </a:extLst>
          </p:cNvPr>
          <p:cNvGrpSpPr/>
          <p:nvPr/>
        </p:nvGrpSpPr>
        <p:grpSpPr>
          <a:xfrm>
            <a:off x="2838827" y="3720831"/>
            <a:ext cx="8553420" cy="417183"/>
            <a:chOff x="571500" y="2336175"/>
            <a:chExt cx="5702280" cy="278122"/>
          </a:xfrm>
        </p:grpSpPr>
        <p:sp>
          <p:nvSpPr>
            <p:cNvPr id="3" name="Google Shape;51;p3">
              <a:extLst>
                <a:ext uri="{FF2B5EF4-FFF2-40B4-BE49-F238E27FC236}">
                  <a16:creationId xmlns:a16="http://schemas.microsoft.com/office/drawing/2014/main" id="{EC9CBDC3-46C4-05CD-6DD5-372C3499F721}"/>
                </a:ext>
              </a:extLst>
            </p:cNvPr>
            <p:cNvSpPr/>
            <p:nvPr/>
          </p:nvSpPr>
          <p:spPr>
            <a:xfrm>
              <a:off x="754380" y="2337298"/>
              <a:ext cx="5519400" cy="276999"/>
            </a:xfrm>
            <a:prstGeom prst="rect">
              <a:avLst/>
            </a:prstGeom>
            <a:noFill/>
            <a:ln>
              <a:noFill/>
            </a:ln>
          </p:spPr>
          <p:txBody>
            <a:bodyPr spcFirstLastPara="1" wrap="square" lIns="0" tIns="0" rIns="0" bIns="0" anchor="ctr" anchorCtr="0">
              <a:spAutoFit/>
            </a:bodyPr>
            <a:lstStyle/>
            <a:p>
              <a:r>
                <a:rPr lang="en-US" sz="2700" dirty="0">
                  <a:solidFill>
                    <a:schemeClr val="bg1">
                      <a:lumMod val="50000"/>
                    </a:schemeClr>
                  </a:solidFill>
                  <a:latin typeface="Arial" panose="020B0604020202020204" pitchFamily="34" charset="0"/>
                  <a:cs typeface="Arial" panose="020B0604020202020204" pitchFamily="34" charset="0"/>
                </a:rPr>
                <a:t>Team</a:t>
              </a:r>
              <a:endParaRPr sz="2700" dirty="0">
                <a:solidFill>
                  <a:schemeClr val="bg1">
                    <a:lumMod val="50000"/>
                  </a:schemeClr>
                </a:solidFill>
                <a:latin typeface="Arial" panose="020B0604020202020204" pitchFamily="34" charset="0"/>
                <a:cs typeface="Arial" panose="020B0604020202020204" pitchFamily="34" charset="0"/>
              </a:endParaRPr>
            </a:p>
          </p:txBody>
        </p:sp>
        <p:sp>
          <p:nvSpPr>
            <p:cNvPr id="4" name="Google Shape;52;p3">
              <a:extLst>
                <a:ext uri="{FF2B5EF4-FFF2-40B4-BE49-F238E27FC236}">
                  <a16:creationId xmlns:a16="http://schemas.microsoft.com/office/drawing/2014/main" id="{C7838699-C280-E980-B759-2787620C175A}"/>
                </a:ext>
              </a:extLst>
            </p:cNvPr>
            <p:cNvSpPr/>
            <p:nvPr/>
          </p:nvSpPr>
          <p:spPr>
            <a:xfrm>
              <a:off x="571500" y="2336175"/>
              <a:ext cx="36000" cy="252000"/>
            </a:xfrm>
            <a:prstGeom prst="rect">
              <a:avLst/>
            </a:prstGeom>
            <a:solidFill>
              <a:schemeClr val="bg1">
                <a:lumMod val="65000"/>
              </a:schemeClr>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5" name="Google Shape;59;p3">
            <a:extLst>
              <a:ext uri="{FF2B5EF4-FFF2-40B4-BE49-F238E27FC236}">
                <a16:creationId xmlns:a16="http://schemas.microsoft.com/office/drawing/2014/main" id="{3C8824F9-5ABC-4EFF-668A-50A202A3809F}"/>
              </a:ext>
            </a:extLst>
          </p:cNvPr>
          <p:cNvGrpSpPr/>
          <p:nvPr/>
        </p:nvGrpSpPr>
        <p:grpSpPr>
          <a:xfrm>
            <a:off x="2819400" y="5448300"/>
            <a:ext cx="8553420" cy="417167"/>
            <a:chOff x="571500" y="5165783"/>
            <a:chExt cx="5702280" cy="278111"/>
          </a:xfrm>
        </p:grpSpPr>
        <p:sp>
          <p:nvSpPr>
            <p:cNvPr id="6" name="Google Shape;60;p3">
              <a:extLst>
                <a:ext uri="{FF2B5EF4-FFF2-40B4-BE49-F238E27FC236}">
                  <a16:creationId xmlns:a16="http://schemas.microsoft.com/office/drawing/2014/main" id="{110235D1-3508-1C69-D303-3222F55949D0}"/>
                </a:ext>
              </a:extLst>
            </p:cNvPr>
            <p:cNvSpPr/>
            <p:nvPr/>
          </p:nvSpPr>
          <p:spPr>
            <a:xfrm>
              <a:off x="754380" y="5166895"/>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ea typeface="Arial" panose="020B0604020202020204" pitchFamily="34" charset="0"/>
                  <a:cs typeface="Arial" panose="020B0604020202020204" pitchFamily="34" charset="0"/>
                </a:rPr>
                <a:t>Methodology</a:t>
              </a:r>
              <a:endParaRPr lang="en-US" sz="3600" dirty="0">
                <a:solidFill>
                  <a:schemeClr val="tx1">
                    <a:lumMod val="50000"/>
                    <a:lumOff val="50000"/>
                  </a:schemeClr>
                </a:solidFill>
              </a:endParaRPr>
            </a:p>
          </p:txBody>
        </p:sp>
        <p:sp>
          <p:nvSpPr>
            <p:cNvPr id="7" name="Google Shape;61;p3">
              <a:extLst>
                <a:ext uri="{FF2B5EF4-FFF2-40B4-BE49-F238E27FC236}">
                  <a16:creationId xmlns:a16="http://schemas.microsoft.com/office/drawing/2014/main" id="{E6458DC3-59A4-0EBF-A289-048FA7A60A77}"/>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8" name="Google Shape;59;p3">
            <a:extLst>
              <a:ext uri="{FF2B5EF4-FFF2-40B4-BE49-F238E27FC236}">
                <a16:creationId xmlns:a16="http://schemas.microsoft.com/office/drawing/2014/main" id="{0E83B93D-FB8E-813F-FBA1-1E0AA2590DF9}"/>
              </a:ext>
            </a:extLst>
          </p:cNvPr>
          <p:cNvGrpSpPr/>
          <p:nvPr/>
        </p:nvGrpSpPr>
        <p:grpSpPr>
          <a:xfrm>
            <a:off x="2838827" y="6691517"/>
            <a:ext cx="8553420" cy="417186"/>
            <a:chOff x="571500" y="5165783"/>
            <a:chExt cx="5702280" cy="278124"/>
          </a:xfrm>
        </p:grpSpPr>
        <p:sp>
          <p:nvSpPr>
            <p:cNvPr id="9" name="Google Shape;60;p3">
              <a:extLst>
                <a:ext uri="{FF2B5EF4-FFF2-40B4-BE49-F238E27FC236}">
                  <a16:creationId xmlns:a16="http://schemas.microsoft.com/office/drawing/2014/main" id="{FDE556D7-EC6D-1D09-60BA-1733684DF161}"/>
                </a:ext>
              </a:extLst>
            </p:cNvPr>
            <p:cNvSpPr/>
            <p:nvPr/>
          </p:nvSpPr>
          <p:spPr>
            <a:xfrm>
              <a:off x="754380" y="5166909"/>
              <a:ext cx="5519400" cy="276998"/>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rPr>
                <a:t>Results and Insights</a:t>
              </a:r>
            </a:p>
          </p:txBody>
        </p:sp>
        <p:sp>
          <p:nvSpPr>
            <p:cNvPr id="10" name="Google Shape;61;p3">
              <a:extLst>
                <a:ext uri="{FF2B5EF4-FFF2-40B4-BE49-F238E27FC236}">
                  <a16:creationId xmlns:a16="http://schemas.microsoft.com/office/drawing/2014/main" id="{6277DDF3-91B1-AA00-1386-A1A6AE3E8793}"/>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dirty="0">
                <a:solidFill>
                  <a:schemeClr val="lt1"/>
                </a:solidFill>
                <a:latin typeface="Calibri"/>
                <a:ea typeface="Calibri"/>
                <a:cs typeface="Calibri"/>
                <a:sym typeface="Calibri"/>
              </a:endParaRPr>
            </a:p>
          </p:txBody>
        </p:sp>
      </p:grpSp>
      <p:grpSp>
        <p:nvGrpSpPr>
          <p:cNvPr id="11" name="Google Shape;59;p3">
            <a:extLst>
              <a:ext uri="{FF2B5EF4-FFF2-40B4-BE49-F238E27FC236}">
                <a16:creationId xmlns:a16="http://schemas.microsoft.com/office/drawing/2014/main" id="{3CA8EB46-EC47-6EAB-45AB-35AABA7AD741}"/>
              </a:ext>
            </a:extLst>
          </p:cNvPr>
          <p:cNvGrpSpPr/>
          <p:nvPr/>
        </p:nvGrpSpPr>
        <p:grpSpPr>
          <a:xfrm>
            <a:off x="2838827" y="7283645"/>
            <a:ext cx="8553420" cy="417183"/>
            <a:chOff x="571500" y="5165783"/>
            <a:chExt cx="5702280" cy="278122"/>
          </a:xfrm>
        </p:grpSpPr>
        <p:sp>
          <p:nvSpPr>
            <p:cNvPr id="12" name="Google Shape;60;p3">
              <a:extLst>
                <a:ext uri="{FF2B5EF4-FFF2-40B4-BE49-F238E27FC236}">
                  <a16:creationId xmlns:a16="http://schemas.microsoft.com/office/drawing/2014/main" id="{2231DFCB-7FA7-1BBF-5F08-CDF456B44596}"/>
                </a:ext>
              </a:extLst>
            </p:cNvPr>
            <p:cNvSpPr/>
            <p:nvPr/>
          </p:nvSpPr>
          <p:spPr>
            <a:xfrm>
              <a:off x="754380" y="5166906"/>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ea typeface="Arial" panose="020B0604020202020204" pitchFamily="34" charset="0"/>
                  <a:cs typeface="Arial" panose="020B0604020202020204" pitchFamily="34" charset="0"/>
                </a:rPr>
                <a:t>Conclusion</a:t>
              </a:r>
              <a:endParaRPr lang="en-US" sz="3600" dirty="0">
                <a:solidFill>
                  <a:schemeClr val="tx1">
                    <a:lumMod val="50000"/>
                    <a:lumOff val="50000"/>
                  </a:schemeClr>
                </a:solidFill>
              </a:endParaRPr>
            </a:p>
          </p:txBody>
        </p:sp>
        <p:sp>
          <p:nvSpPr>
            <p:cNvPr id="13" name="Google Shape;61;p3">
              <a:extLst>
                <a:ext uri="{FF2B5EF4-FFF2-40B4-BE49-F238E27FC236}">
                  <a16:creationId xmlns:a16="http://schemas.microsoft.com/office/drawing/2014/main" id="{5EF8DC89-3F49-24B6-3A27-FDD5D5F053DC}"/>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14" name="Google Shape;59;p3">
            <a:extLst>
              <a:ext uri="{FF2B5EF4-FFF2-40B4-BE49-F238E27FC236}">
                <a16:creationId xmlns:a16="http://schemas.microsoft.com/office/drawing/2014/main" id="{A19A8D05-497D-B04B-F2FA-1D1B5594F206}"/>
              </a:ext>
            </a:extLst>
          </p:cNvPr>
          <p:cNvGrpSpPr/>
          <p:nvPr/>
        </p:nvGrpSpPr>
        <p:grpSpPr>
          <a:xfrm>
            <a:off x="2838827" y="7879169"/>
            <a:ext cx="8553420" cy="417185"/>
            <a:chOff x="571500" y="5165783"/>
            <a:chExt cx="5702280" cy="278123"/>
          </a:xfrm>
        </p:grpSpPr>
        <p:sp>
          <p:nvSpPr>
            <p:cNvPr id="15" name="Google Shape;60;p3">
              <a:extLst>
                <a:ext uri="{FF2B5EF4-FFF2-40B4-BE49-F238E27FC236}">
                  <a16:creationId xmlns:a16="http://schemas.microsoft.com/office/drawing/2014/main" id="{AD80F6BE-9137-46A3-7D4B-B3F6D935D845}"/>
                </a:ext>
              </a:extLst>
            </p:cNvPr>
            <p:cNvSpPr/>
            <p:nvPr/>
          </p:nvSpPr>
          <p:spPr>
            <a:xfrm>
              <a:off x="754380" y="5166907"/>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ea typeface="Arial" panose="020B0604020202020204" pitchFamily="34" charset="0"/>
                  <a:cs typeface="Arial" panose="020B0604020202020204" pitchFamily="34" charset="0"/>
                </a:rPr>
                <a:t>Q&amp;A</a:t>
              </a:r>
              <a:endParaRPr lang="en-US" sz="2700" dirty="0">
                <a:solidFill>
                  <a:schemeClr val="tx1">
                    <a:lumMod val="50000"/>
                    <a:lumOff val="50000"/>
                  </a:schemeClr>
                </a:solidFill>
              </a:endParaRPr>
            </a:p>
          </p:txBody>
        </p:sp>
        <p:sp>
          <p:nvSpPr>
            <p:cNvPr id="16" name="Google Shape;61;p3">
              <a:extLst>
                <a:ext uri="{FF2B5EF4-FFF2-40B4-BE49-F238E27FC236}">
                  <a16:creationId xmlns:a16="http://schemas.microsoft.com/office/drawing/2014/main" id="{349DEBB7-FAA1-C511-4D90-C55FABEDE3E8}"/>
                </a:ext>
              </a:extLst>
            </p:cNvPr>
            <p:cNvSpPr/>
            <p:nvPr/>
          </p:nvSpPr>
          <p:spPr>
            <a:xfrm>
              <a:off x="571500" y="5165783"/>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17" name="Google Shape;53;p3">
            <a:extLst>
              <a:ext uri="{FF2B5EF4-FFF2-40B4-BE49-F238E27FC236}">
                <a16:creationId xmlns:a16="http://schemas.microsoft.com/office/drawing/2014/main" id="{45390769-5DBD-5D20-6B29-C7D403F2253D}"/>
              </a:ext>
            </a:extLst>
          </p:cNvPr>
          <p:cNvGrpSpPr/>
          <p:nvPr/>
        </p:nvGrpSpPr>
        <p:grpSpPr>
          <a:xfrm>
            <a:off x="2832760" y="4835278"/>
            <a:ext cx="8553420" cy="417185"/>
            <a:chOff x="571500" y="3764860"/>
            <a:chExt cx="5702280" cy="278123"/>
          </a:xfrm>
        </p:grpSpPr>
        <p:sp>
          <p:nvSpPr>
            <p:cNvPr id="18" name="Google Shape;54;p3">
              <a:extLst>
                <a:ext uri="{FF2B5EF4-FFF2-40B4-BE49-F238E27FC236}">
                  <a16:creationId xmlns:a16="http://schemas.microsoft.com/office/drawing/2014/main" id="{F95E8AB1-C86C-5951-0C0A-796069300F7D}"/>
                </a:ext>
              </a:extLst>
            </p:cNvPr>
            <p:cNvSpPr/>
            <p:nvPr/>
          </p:nvSpPr>
          <p:spPr>
            <a:xfrm>
              <a:off x="754380" y="3765984"/>
              <a:ext cx="5519400" cy="276999"/>
            </a:xfrm>
            <a:prstGeom prst="rect">
              <a:avLst/>
            </a:prstGeom>
            <a:noFill/>
            <a:ln>
              <a:noFill/>
            </a:ln>
          </p:spPr>
          <p:txBody>
            <a:bodyPr spcFirstLastPara="1" wrap="square" lIns="0" tIns="0" rIns="0" bIns="0" anchor="ctr" anchorCtr="0">
              <a:spAutoFit/>
            </a:bodyPr>
            <a:lstStyle/>
            <a:p>
              <a:r>
                <a:rPr lang="en-US" sz="2700" dirty="0">
                  <a:solidFill>
                    <a:schemeClr val="tx1">
                      <a:lumMod val="50000"/>
                      <a:lumOff val="50000"/>
                    </a:schemeClr>
                  </a:solidFill>
                  <a:latin typeface="Arial" panose="020B0604020202020204" pitchFamily="34" charset="0"/>
                  <a:cs typeface="Arial" panose="020B0604020202020204" pitchFamily="34" charset="0"/>
                </a:rPr>
                <a:t>Introduction</a:t>
              </a:r>
            </a:p>
          </p:txBody>
        </p:sp>
        <p:sp>
          <p:nvSpPr>
            <p:cNvPr id="19" name="Google Shape;55;p3">
              <a:extLst>
                <a:ext uri="{FF2B5EF4-FFF2-40B4-BE49-F238E27FC236}">
                  <a16:creationId xmlns:a16="http://schemas.microsoft.com/office/drawing/2014/main" id="{89D57B8B-FE06-CC1A-1314-83365C8A16D2}"/>
                </a:ext>
              </a:extLst>
            </p:cNvPr>
            <p:cNvSpPr/>
            <p:nvPr/>
          </p:nvSpPr>
          <p:spPr>
            <a:xfrm>
              <a:off x="571500" y="3764860"/>
              <a:ext cx="36000" cy="252000"/>
            </a:xfrm>
            <a:prstGeom prst="rect">
              <a:avLst/>
            </a:prstGeom>
            <a:solidFill>
              <a:srgbClr val="A6A6A6"/>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20" name="Google Shape;56;p3">
            <a:extLst>
              <a:ext uri="{FF2B5EF4-FFF2-40B4-BE49-F238E27FC236}">
                <a16:creationId xmlns:a16="http://schemas.microsoft.com/office/drawing/2014/main" id="{F008D7E0-5724-D67D-06AA-9C1725D5BFDC}"/>
              </a:ext>
            </a:extLst>
          </p:cNvPr>
          <p:cNvGrpSpPr/>
          <p:nvPr/>
        </p:nvGrpSpPr>
        <p:grpSpPr>
          <a:xfrm>
            <a:off x="2819400" y="6057900"/>
            <a:ext cx="8553420" cy="417186"/>
            <a:chOff x="571500" y="5165783"/>
            <a:chExt cx="5702280" cy="278124"/>
          </a:xfrm>
        </p:grpSpPr>
        <p:sp>
          <p:nvSpPr>
            <p:cNvPr id="21" name="Google Shape;57;p3">
              <a:extLst>
                <a:ext uri="{FF2B5EF4-FFF2-40B4-BE49-F238E27FC236}">
                  <a16:creationId xmlns:a16="http://schemas.microsoft.com/office/drawing/2014/main" id="{91F47DB6-1F13-BCA9-1F4A-C0BE191FBDAC}"/>
                </a:ext>
              </a:extLst>
            </p:cNvPr>
            <p:cNvSpPr/>
            <p:nvPr/>
          </p:nvSpPr>
          <p:spPr>
            <a:xfrm>
              <a:off x="754380" y="5166908"/>
              <a:ext cx="5519400" cy="276999"/>
            </a:xfrm>
            <a:prstGeom prst="rect">
              <a:avLst/>
            </a:prstGeom>
            <a:noFill/>
            <a:ln>
              <a:noFill/>
            </a:ln>
          </p:spPr>
          <p:txBody>
            <a:bodyPr spcFirstLastPara="1" wrap="square" lIns="0" tIns="0" rIns="0" bIns="0" anchor="ctr" anchorCtr="0">
              <a:spAutoFit/>
            </a:bodyPr>
            <a:lstStyle/>
            <a:p>
              <a:r>
                <a:rPr lang="en-US" sz="2700" b="1" dirty="0">
                  <a:latin typeface="Arial" panose="020B0604020202020204" pitchFamily="34" charset="0"/>
                  <a:cs typeface="Arial" panose="020B0604020202020204" pitchFamily="34" charset="0"/>
                </a:rPr>
                <a:t>Key Tasks</a:t>
              </a:r>
            </a:p>
          </p:txBody>
        </p:sp>
        <p:sp>
          <p:nvSpPr>
            <p:cNvPr id="22" name="Google Shape;58;p3">
              <a:extLst>
                <a:ext uri="{FF2B5EF4-FFF2-40B4-BE49-F238E27FC236}">
                  <a16:creationId xmlns:a16="http://schemas.microsoft.com/office/drawing/2014/main" id="{6A8D02FD-47C3-273C-A1A4-117CD8F6C287}"/>
                </a:ext>
              </a:extLst>
            </p:cNvPr>
            <p:cNvSpPr/>
            <p:nvPr/>
          </p:nvSpPr>
          <p:spPr>
            <a:xfrm>
              <a:off x="571500" y="5165783"/>
              <a:ext cx="36000" cy="252000"/>
            </a:xfrm>
            <a:prstGeom prst="rect">
              <a:avLst/>
            </a:prstGeom>
            <a:solidFill>
              <a:srgbClr val="193EB0"/>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grpSp>
        <p:nvGrpSpPr>
          <p:cNvPr id="26" name="Google Shape;53;p3">
            <a:extLst>
              <a:ext uri="{FF2B5EF4-FFF2-40B4-BE49-F238E27FC236}">
                <a16:creationId xmlns:a16="http://schemas.microsoft.com/office/drawing/2014/main" id="{2FD0EABC-52F2-4414-C7E0-16AF5C8B4532}"/>
              </a:ext>
            </a:extLst>
          </p:cNvPr>
          <p:cNvGrpSpPr/>
          <p:nvPr/>
        </p:nvGrpSpPr>
        <p:grpSpPr>
          <a:xfrm>
            <a:off x="2838827" y="4317848"/>
            <a:ext cx="8553420" cy="417185"/>
            <a:chOff x="571500" y="3764860"/>
            <a:chExt cx="5702280" cy="278123"/>
          </a:xfrm>
        </p:grpSpPr>
        <p:sp>
          <p:nvSpPr>
            <p:cNvPr id="27" name="Google Shape;54;p3">
              <a:extLst>
                <a:ext uri="{FF2B5EF4-FFF2-40B4-BE49-F238E27FC236}">
                  <a16:creationId xmlns:a16="http://schemas.microsoft.com/office/drawing/2014/main" id="{C798BA73-F11F-0207-BB46-3A4648622ECF}"/>
                </a:ext>
              </a:extLst>
            </p:cNvPr>
            <p:cNvSpPr/>
            <p:nvPr/>
          </p:nvSpPr>
          <p:spPr>
            <a:xfrm>
              <a:off x="754380" y="3765984"/>
              <a:ext cx="5519400" cy="276999"/>
            </a:xfrm>
            <a:prstGeom prst="rect">
              <a:avLst/>
            </a:prstGeom>
            <a:noFill/>
            <a:ln>
              <a:noFill/>
            </a:ln>
          </p:spPr>
          <p:txBody>
            <a:bodyPr spcFirstLastPara="1" wrap="square" lIns="0" tIns="0" rIns="0" bIns="0" anchor="ctr" anchorCtr="0">
              <a:spAutoFit/>
            </a:bodyPr>
            <a:lstStyle/>
            <a:p>
              <a:r>
                <a:rPr lang="en-US" sz="2700" dirty="0">
                  <a:solidFill>
                    <a:schemeClr val="bg1">
                      <a:lumMod val="50000"/>
                    </a:schemeClr>
                  </a:solidFill>
                  <a:latin typeface="Arial" panose="020B0604020202020204" pitchFamily="34" charset="0"/>
                  <a:cs typeface="Arial" panose="020B0604020202020204" pitchFamily="34" charset="0"/>
                </a:rPr>
                <a:t>Problem Statement</a:t>
              </a:r>
              <a:endParaRPr lang="en-US" sz="3600" dirty="0">
                <a:solidFill>
                  <a:schemeClr val="bg1">
                    <a:lumMod val="50000"/>
                  </a:schemeClr>
                </a:solidFill>
              </a:endParaRPr>
            </a:p>
          </p:txBody>
        </p:sp>
        <p:sp>
          <p:nvSpPr>
            <p:cNvPr id="28" name="Google Shape;55;p3">
              <a:extLst>
                <a:ext uri="{FF2B5EF4-FFF2-40B4-BE49-F238E27FC236}">
                  <a16:creationId xmlns:a16="http://schemas.microsoft.com/office/drawing/2014/main" id="{17C2752D-50A8-62F0-8AA6-11C8C3B9AFF3}"/>
                </a:ext>
              </a:extLst>
            </p:cNvPr>
            <p:cNvSpPr/>
            <p:nvPr/>
          </p:nvSpPr>
          <p:spPr>
            <a:xfrm>
              <a:off x="571500" y="3764860"/>
              <a:ext cx="36000" cy="252000"/>
            </a:xfrm>
            <a:prstGeom prst="rect">
              <a:avLst/>
            </a:prstGeom>
            <a:solidFill>
              <a:schemeClr val="bg1">
                <a:lumMod val="65000"/>
              </a:schemeClr>
            </a:solidFill>
            <a:ln>
              <a:noFill/>
            </a:ln>
          </p:spPr>
          <p:txBody>
            <a:bodyPr spcFirstLastPara="1" wrap="square" lIns="137138" tIns="68550" rIns="137138" bIns="68550" anchor="ctr" anchorCtr="0">
              <a:noAutofit/>
            </a:bodyPr>
            <a:lstStyle/>
            <a:p>
              <a:pPr algn="ctr"/>
              <a:endParaRPr sz="4200">
                <a:solidFill>
                  <a:schemeClr val="lt1"/>
                </a:solidFill>
                <a:latin typeface="Calibri"/>
                <a:ea typeface="Calibri"/>
                <a:cs typeface="Calibri"/>
                <a:sym typeface="Calibri"/>
              </a:endParaRPr>
            </a:p>
          </p:txBody>
        </p:sp>
      </p:grpSp>
    </p:spTree>
    <p:extLst>
      <p:ext uri="{BB962C8B-B14F-4D97-AF65-F5344CB8AC3E}">
        <p14:creationId xmlns:p14="http://schemas.microsoft.com/office/powerpoint/2010/main" val="29526617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par>
                                <p:cTn id="10" presetID="53" presetClass="entr" presetSubtype="16" fill="hold" nodeType="withEffect">
                                  <p:stCondLst>
                                    <p:cond delay="200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par>
                                <p:cTn id="15" presetID="53" presetClass="entr" presetSubtype="16" fill="hold" nodeType="withEffect">
                                  <p:stCondLst>
                                    <p:cond delay="1500"/>
                                  </p:stCondLst>
                                  <p:childTnLst>
                                    <p:set>
                                      <p:cBhvr>
                                        <p:cTn id="16" dur="1" fill="hold">
                                          <p:stCondLst>
                                            <p:cond delay="0"/>
                                          </p:stCondLst>
                                        </p:cTn>
                                        <p:tgtEl>
                                          <p:spTgt spid="5"/>
                                        </p:tgtEl>
                                        <p:attrNameLst>
                                          <p:attrName>style.visibility</p:attrName>
                                        </p:attrNameLst>
                                      </p:cBhvr>
                                      <p:to>
                                        <p:strVal val="visible"/>
                                      </p:to>
                                    </p:set>
                                    <p:anim calcmode="lin" valueType="num">
                                      <p:cBhvr>
                                        <p:cTn id="17" dur="500" fill="hold"/>
                                        <p:tgtEl>
                                          <p:spTgt spid="5"/>
                                        </p:tgtEl>
                                        <p:attrNameLst>
                                          <p:attrName>ppt_w</p:attrName>
                                        </p:attrNameLst>
                                      </p:cBhvr>
                                      <p:tavLst>
                                        <p:tav tm="0">
                                          <p:val>
                                            <p:fltVal val="0"/>
                                          </p:val>
                                        </p:tav>
                                        <p:tav tm="100000">
                                          <p:val>
                                            <p:strVal val="#ppt_w"/>
                                          </p:val>
                                        </p:tav>
                                      </p:tavLst>
                                    </p:anim>
                                    <p:anim calcmode="lin" valueType="num">
                                      <p:cBhvr>
                                        <p:cTn id="18" dur="500" fill="hold"/>
                                        <p:tgtEl>
                                          <p:spTgt spid="5"/>
                                        </p:tgtEl>
                                        <p:attrNameLst>
                                          <p:attrName>ppt_h</p:attrName>
                                        </p:attrNameLst>
                                      </p:cBhvr>
                                      <p:tavLst>
                                        <p:tav tm="0">
                                          <p:val>
                                            <p:fltVal val="0"/>
                                          </p:val>
                                        </p:tav>
                                        <p:tav tm="100000">
                                          <p:val>
                                            <p:strVal val="#ppt_h"/>
                                          </p:val>
                                        </p:tav>
                                      </p:tavLst>
                                    </p:anim>
                                    <p:animEffect transition="in" filter="fade">
                                      <p:cBhvr>
                                        <p:cTn id="19" dur="500"/>
                                        <p:tgtEl>
                                          <p:spTgt spid="5"/>
                                        </p:tgtEl>
                                      </p:cBhvr>
                                    </p:animEffect>
                                  </p:childTnLst>
                                </p:cTn>
                              </p:par>
                              <p:par>
                                <p:cTn id="20" presetID="53" presetClass="entr" presetSubtype="16" fill="hold" nodeType="withEffect">
                                  <p:stCondLst>
                                    <p:cond delay="2500"/>
                                  </p:stCondLst>
                                  <p:childTnLst>
                                    <p:set>
                                      <p:cBhvr>
                                        <p:cTn id="21" dur="1" fill="hold">
                                          <p:stCondLst>
                                            <p:cond delay="0"/>
                                          </p:stCondLst>
                                        </p:cTn>
                                        <p:tgtEl>
                                          <p:spTgt spid="8"/>
                                        </p:tgtEl>
                                        <p:attrNameLst>
                                          <p:attrName>style.visibility</p:attrName>
                                        </p:attrNameLst>
                                      </p:cBhvr>
                                      <p:to>
                                        <p:strVal val="visible"/>
                                      </p:to>
                                    </p:set>
                                    <p:anim calcmode="lin" valueType="num">
                                      <p:cBhvr>
                                        <p:cTn id="22" dur="500" fill="hold"/>
                                        <p:tgtEl>
                                          <p:spTgt spid="8"/>
                                        </p:tgtEl>
                                        <p:attrNameLst>
                                          <p:attrName>ppt_w</p:attrName>
                                        </p:attrNameLst>
                                      </p:cBhvr>
                                      <p:tavLst>
                                        <p:tav tm="0">
                                          <p:val>
                                            <p:fltVal val="0"/>
                                          </p:val>
                                        </p:tav>
                                        <p:tav tm="100000">
                                          <p:val>
                                            <p:strVal val="#ppt_w"/>
                                          </p:val>
                                        </p:tav>
                                      </p:tavLst>
                                    </p:anim>
                                    <p:anim calcmode="lin" valueType="num">
                                      <p:cBhvr>
                                        <p:cTn id="23" dur="500" fill="hold"/>
                                        <p:tgtEl>
                                          <p:spTgt spid="8"/>
                                        </p:tgtEl>
                                        <p:attrNameLst>
                                          <p:attrName>ppt_h</p:attrName>
                                        </p:attrNameLst>
                                      </p:cBhvr>
                                      <p:tavLst>
                                        <p:tav tm="0">
                                          <p:val>
                                            <p:fltVal val="0"/>
                                          </p:val>
                                        </p:tav>
                                        <p:tav tm="100000">
                                          <p:val>
                                            <p:strVal val="#ppt_h"/>
                                          </p:val>
                                        </p:tav>
                                      </p:tavLst>
                                    </p:anim>
                                    <p:animEffect transition="in" filter="fade">
                                      <p:cBhvr>
                                        <p:cTn id="24" dur="500"/>
                                        <p:tgtEl>
                                          <p:spTgt spid="8"/>
                                        </p:tgtEl>
                                      </p:cBhvr>
                                    </p:animEffect>
                                  </p:childTnLst>
                                </p:cTn>
                              </p:par>
                              <p:par>
                                <p:cTn id="25" presetID="53" presetClass="entr" presetSubtype="16" fill="hold" nodeType="withEffect">
                                  <p:stCondLst>
                                    <p:cond delay="3000"/>
                                  </p:stCondLst>
                                  <p:childTnLst>
                                    <p:set>
                                      <p:cBhvr>
                                        <p:cTn id="26" dur="1" fill="hold">
                                          <p:stCondLst>
                                            <p:cond delay="0"/>
                                          </p:stCondLst>
                                        </p:cTn>
                                        <p:tgtEl>
                                          <p:spTgt spid="11"/>
                                        </p:tgtEl>
                                        <p:attrNameLst>
                                          <p:attrName>style.visibility</p:attrName>
                                        </p:attrNameLst>
                                      </p:cBhvr>
                                      <p:to>
                                        <p:strVal val="visible"/>
                                      </p:to>
                                    </p:set>
                                    <p:anim calcmode="lin" valueType="num">
                                      <p:cBhvr>
                                        <p:cTn id="27" dur="500" fill="hold"/>
                                        <p:tgtEl>
                                          <p:spTgt spid="11"/>
                                        </p:tgtEl>
                                        <p:attrNameLst>
                                          <p:attrName>ppt_w</p:attrName>
                                        </p:attrNameLst>
                                      </p:cBhvr>
                                      <p:tavLst>
                                        <p:tav tm="0">
                                          <p:val>
                                            <p:fltVal val="0"/>
                                          </p:val>
                                        </p:tav>
                                        <p:tav tm="100000">
                                          <p:val>
                                            <p:strVal val="#ppt_w"/>
                                          </p:val>
                                        </p:tav>
                                      </p:tavLst>
                                    </p:anim>
                                    <p:anim calcmode="lin" valueType="num">
                                      <p:cBhvr>
                                        <p:cTn id="28" dur="500" fill="hold"/>
                                        <p:tgtEl>
                                          <p:spTgt spid="11"/>
                                        </p:tgtEl>
                                        <p:attrNameLst>
                                          <p:attrName>ppt_h</p:attrName>
                                        </p:attrNameLst>
                                      </p:cBhvr>
                                      <p:tavLst>
                                        <p:tav tm="0">
                                          <p:val>
                                            <p:fltVal val="0"/>
                                          </p:val>
                                        </p:tav>
                                        <p:tav tm="100000">
                                          <p:val>
                                            <p:strVal val="#ppt_h"/>
                                          </p:val>
                                        </p:tav>
                                      </p:tavLst>
                                    </p:anim>
                                    <p:animEffect transition="in" filter="fade">
                                      <p:cBhvr>
                                        <p:cTn id="29" dur="500"/>
                                        <p:tgtEl>
                                          <p:spTgt spid="11"/>
                                        </p:tgtEl>
                                      </p:cBhvr>
                                    </p:animEffect>
                                  </p:childTnLst>
                                </p:cTn>
                              </p:par>
                              <p:par>
                                <p:cTn id="30" presetID="53" presetClass="entr" presetSubtype="16" fill="hold" nodeType="withEffect">
                                  <p:stCondLst>
                                    <p:cond delay="3500"/>
                                  </p:stCondLst>
                                  <p:childTnLst>
                                    <p:set>
                                      <p:cBhvr>
                                        <p:cTn id="31" dur="1" fill="hold">
                                          <p:stCondLst>
                                            <p:cond delay="0"/>
                                          </p:stCondLst>
                                        </p:cTn>
                                        <p:tgtEl>
                                          <p:spTgt spid="14"/>
                                        </p:tgtEl>
                                        <p:attrNameLst>
                                          <p:attrName>style.visibility</p:attrName>
                                        </p:attrNameLst>
                                      </p:cBhvr>
                                      <p:to>
                                        <p:strVal val="visible"/>
                                      </p:to>
                                    </p:set>
                                    <p:anim calcmode="lin" valueType="num">
                                      <p:cBhvr>
                                        <p:cTn id="32" dur="500" fill="hold"/>
                                        <p:tgtEl>
                                          <p:spTgt spid="14"/>
                                        </p:tgtEl>
                                        <p:attrNameLst>
                                          <p:attrName>ppt_w</p:attrName>
                                        </p:attrNameLst>
                                      </p:cBhvr>
                                      <p:tavLst>
                                        <p:tav tm="0">
                                          <p:val>
                                            <p:fltVal val="0"/>
                                          </p:val>
                                        </p:tav>
                                        <p:tav tm="100000">
                                          <p:val>
                                            <p:strVal val="#ppt_w"/>
                                          </p:val>
                                        </p:tav>
                                      </p:tavLst>
                                    </p:anim>
                                    <p:anim calcmode="lin" valueType="num">
                                      <p:cBhvr>
                                        <p:cTn id="33" dur="500" fill="hold"/>
                                        <p:tgtEl>
                                          <p:spTgt spid="14"/>
                                        </p:tgtEl>
                                        <p:attrNameLst>
                                          <p:attrName>ppt_h</p:attrName>
                                        </p:attrNameLst>
                                      </p:cBhvr>
                                      <p:tavLst>
                                        <p:tav tm="0">
                                          <p:val>
                                            <p:fltVal val="0"/>
                                          </p:val>
                                        </p:tav>
                                        <p:tav tm="100000">
                                          <p:val>
                                            <p:strVal val="#ppt_h"/>
                                          </p:val>
                                        </p:tav>
                                      </p:tavLst>
                                    </p:anim>
                                    <p:animEffect transition="in" filter="fade">
                                      <p:cBhvr>
                                        <p:cTn id="34" dur="500"/>
                                        <p:tgtEl>
                                          <p:spTgt spid="14"/>
                                        </p:tgtEl>
                                      </p:cBhvr>
                                    </p:animEffect>
                                  </p:childTnLst>
                                </p:cTn>
                              </p:par>
                              <p:par>
                                <p:cTn id="35" presetID="53" presetClass="entr" presetSubtype="16" fill="hold" nodeType="withEffect">
                                  <p:stCondLst>
                                    <p:cond delay="500"/>
                                  </p:stCondLst>
                                  <p:childTnLst>
                                    <p:set>
                                      <p:cBhvr>
                                        <p:cTn id="36" dur="1" fill="hold">
                                          <p:stCondLst>
                                            <p:cond delay="0"/>
                                          </p:stCondLst>
                                        </p:cTn>
                                        <p:tgtEl>
                                          <p:spTgt spid="26"/>
                                        </p:tgtEl>
                                        <p:attrNameLst>
                                          <p:attrName>style.visibility</p:attrName>
                                        </p:attrNameLst>
                                      </p:cBhvr>
                                      <p:to>
                                        <p:strVal val="visible"/>
                                      </p:to>
                                    </p:set>
                                    <p:anim calcmode="lin" valueType="num">
                                      <p:cBhvr>
                                        <p:cTn id="37" dur="500" fill="hold"/>
                                        <p:tgtEl>
                                          <p:spTgt spid="26"/>
                                        </p:tgtEl>
                                        <p:attrNameLst>
                                          <p:attrName>ppt_w</p:attrName>
                                        </p:attrNameLst>
                                      </p:cBhvr>
                                      <p:tavLst>
                                        <p:tav tm="0">
                                          <p:val>
                                            <p:fltVal val="0"/>
                                          </p:val>
                                        </p:tav>
                                        <p:tav tm="100000">
                                          <p:val>
                                            <p:strVal val="#ppt_w"/>
                                          </p:val>
                                        </p:tav>
                                      </p:tavLst>
                                    </p:anim>
                                    <p:anim calcmode="lin" valueType="num">
                                      <p:cBhvr>
                                        <p:cTn id="38" dur="500" fill="hold"/>
                                        <p:tgtEl>
                                          <p:spTgt spid="26"/>
                                        </p:tgtEl>
                                        <p:attrNameLst>
                                          <p:attrName>ppt_h</p:attrName>
                                        </p:attrNameLst>
                                      </p:cBhvr>
                                      <p:tavLst>
                                        <p:tav tm="0">
                                          <p:val>
                                            <p:fltVal val="0"/>
                                          </p:val>
                                        </p:tav>
                                        <p:tav tm="100000">
                                          <p:val>
                                            <p:strVal val="#ppt_h"/>
                                          </p:val>
                                        </p:tav>
                                      </p:tavLst>
                                    </p:anim>
                                    <p:animEffect transition="in" filter="fade">
                                      <p:cBhvr>
                                        <p:cTn id="39" dur="500"/>
                                        <p:tgtEl>
                                          <p:spTgt spid="26"/>
                                        </p:tgtEl>
                                      </p:cBhvr>
                                    </p:animEffect>
                                  </p:childTnLst>
                                </p:cTn>
                              </p:par>
                              <p:par>
                                <p:cTn id="40" presetID="53" presetClass="entr" presetSubtype="16" fill="hold" nodeType="withEffect">
                                  <p:stCondLst>
                                    <p:cond delay="1000"/>
                                  </p:stCondLst>
                                  <p:childTnLst>
                                    <p:set>
                                      <p:cBhvr>
                                        <p:cTn id="41" dur="1" fill="hold">
                                          <p:stCondLst>
                                            <p:cond delay="0"/>
                                          </p:stCondLst>
                                        </p:cTn>
                                        <p:tgtEl>
                                          <p:spTgt spid="17"/>
                                        </p:tgtEl>
                                        <p:attrNameLst>
                                          <p:attrName>style.visibility</p:attrName>
                                        </p:attrNameLst>
                                      </p:cBhvr>
                                      <p:to>
                                        <p:strVal val="visible"/>
                                      </p:to>
                                    </p:set>
                                    <p:anim calcmode="lin" valueType="num">
                                      <p:cBhvr>
                                        <p:cTn id="42" dur="500" fill="hold"/>
                                        <p:tgtEl>
                                          <p:spTgt spid="17"/>
                                        </p:tgtEl>
                                        <p:attrNameLst>
                                          <p:attrName>ppt_w</p:attrName>
                                        </p:attrNameLst>
                                      </p:cBhvr>
                                      <p:tavLst>
                                        <p:tav tm="0">
                                          <p:val>
                                            <p:fltVal val="0"/>
                                          </p:val>
                                        </p:tav>
                                        <p:tav tm="100000">
                                          <p:val>
                                            <p:strVal val="#ppt_w"/>
                                          </p:val>
                                        </p:tav>
                                      </p:tavLst>
                                    </p:anim>
                                    <p:anim calcmode="lin" valueType="num">
                                      <p:cBhvr>
                                        <p:cTn id="43" dur="500" fill="hold"/>
                                        <p:tgtEl>
                                          <p:spTgt spid="17"/>
                                        </p:tgtEl>
                                        <p:attrNameLst>
                                          <p:attrName>ppt_h</p:attrName>
                                        </p:attrNameLst>
                                      </p:cBhvr>
                                      <p:tavLst>
                                        <p:tav tm="0">
                                          <p:val>
                                            <p:fltVal val="0"/>
                                          </p:val>
                                        </p:tav>
                                        <p:tav tm="100000">
                                          <p:val>
                                            <p:strVal val="#ppt_h"/>
                                          </p:val>
                                        </p:tav>
                                      </p:tavLst>
                                    </p:anim>
                                    <p:animEffect transition="in" filter="fade">
                                      <p:cBhvr>
                                        <p:cTn id="44"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8">
          <a:extLst>
            <a:ext uri="{FF2B5EF4-FFF2-40B4-BE49-F238E27FC236}">
              <a16:creationId xmlns:a16="http://schemas.microsoft.com/office/drawing/2014/main" id="{FB06A257-1607-CF44-B907-17CC709068F8}"/>
            </a:ext>
          </a:extLst>
        </p:cNvPr>
        <p:cNvGrpSpPr/>
        <p:nvPr/>
      </p:nvGrpSpPr>
      <p:grpSpPr>
        <a:xfrm>
          <a:off x="0" y="0"/>
          <a:ext cx="0" cy="0"/>
          <a:chOff x="0" y="0"/>
          <a:chExt cx="0" cy="0"/>
        </a:xfrm>
      </p:grpSpPr>
      <p:sp>
        <p:nvSpPr>
          <p:cNvPr id="39" name="Google Shape;39;p2">
            <a:extLst>
              <a:ext uri="{FF2B5EF4-FFF2-40B4-BE49-F238E27FC236}">
                <a16:creationId xmlns:a16="http://schemas.microsoft.com/office/drawing/2014/main" id="{A9B12A40-D5CA-0CCE-FB54-48CFEB049798}"/>
              </a:ext>
            </a:extLst>
          </p:cNvPr>
          <p:cNvSpPr/>
          <p:nvPr/>
        </p:nvSpPr>
        <p:spPr>
          <a:xfrm>
            <a:off x="2209800" y="1104900"/>
            <a:ext cx="10512900" cy="1015663"/>
          </a:xfrm>
          <a:prstGeom prst="rect">
            <a:avLst/>
          </a:prstGeom>
          <a:noFill/>
          <a:ln>
            <a:noFill/>
          </a:ln>
        </p:spPr>
        <p:txBody>
          <a:bodyPr spcFirstLastPara="1" wrap="square" lIns="0" tIns="0" rIns="0" bIns="0" anchor="t" anchorCtr="0">
            <a:spAutoFit/>
          </a:bodyPr>
          <a:lstStyle/>
          <a:p>
            <a:r>
              <a:rPr lang="en-US" sz="6600" dirty="0">
                <a:solidFill>
                  <a:schemeClr val="lt1"/>
                </a:solidFill>
                <a:latin typeface="Calibri"/>
                <a:ea typeface="Calibri"/>
                <a:cs typeface="Calibri"/>
              </a:rPr>
              <a:t>Key Tasks Implemented</a:t>
            </a:r>
            <a:endParaRPr lang="en-US" sz="6600" dirty="0">
              <a:solidFill>
                <a:schemeClr val="lt1"/>
              </a:solidFill>
              <a:ea typeface="Calibri"/>
              <a:cs typeface="Calibri"/>
            </a:endParaRPr>
          </a:p>
        </p:txBody>
      </p:sp>
      <p:cxnSp>
        <p:nvCxnSpPr>
          <p:cNvPr id="41" name="Google Shape;41;p2">
            <a:extLst>
              <a:ext uri="{FF2B5EF4-FFF2-40B4-BE49-F238E27FC236}">
                <a16:creationId xmlns:a16="http://schemas.microsoft.com/office/drawing/2014/main" id="{74F60B43-E586-14A5-DD51-456EECDA6888}"/>
              </a:ext>
            </a:extLst>
          </p:cNvPr>
          <p:cNvCxnSpPr>
            <a:cxnSpLocks/>
          </p:cNvCxnSpPr>
          <p:nvPr/>
        </p:nvCxnSpPr>
        <p:spPr>
          <a:xfrm>
            <a:off x="1447800" y="2446705"/>
            <a:ext cx="0" cy="5975672"/>
          </a:xfrm>
          <a:prstGeom prst="straightConnector1">
            <a:avLst/>
          </a:prstGeom>
          <a:noFill/>
          <a:ln w="38100" cap="flat" cmpd="sng">
            <a:solidFill>
              <a:schemeClr val="lt1"/>
            </a:solidFill>
            <a:prstDash val="solid"/>
            <a:miter lim="800000"/>
            <a:headEnd type="none" w="sm" len="sm"/>
            <a:tailEnd type="none" w="sm" len="sm"/>
          </a:ln>
        </p:spPr>
      </p:cxnSp>
      <p:sp>
        <p:nvSpPr>
          <p:cNvPr id="2" name="TextBox 1">
            <a:extLst>
              <a:ext uri="{FF2B5EF4-FFF2-40B4-BE49-F238E27FC236}">
                <a16:creationId xmlns:a16="http://schemas.microsoft.com/office/drawing/2014/main" id="{5958F4C2-10D1-844E-C187-294E119FA7BE}"/>
              </a:ext>
            </a:extLst>
          </p:cNvPr>
          <p:cNvSpPr txBox="1"/>
          <p:nvPr/>
        </p:nvSpPr>
        <p:spPr>
          <a:xfrm>
            <a:off x="1866900" y="2420734"/>
            <a:ext cx="14554200" cy="6001643"/>
          </a:xfrm>
          <a:prstGeom prst="rect">
            <a:avLst/>
          </a:prstGeom>
          <a:noFill/>
        </p:spPr>
        <p:txBody>
          <a:bodyPr wrap="square" rtlCol="0">
            <a:spAutoFit/>
          </a:bodyPr>
          <a:lstStyle/>
          <a:p>
            <a:pPr marL="342900" indent="-342900">
              <a:buFont typeface="Arial" panose="020B0604020202020204" pitchFamily="34" charset="0"/>
              <a:buChar char="•"/>
            </a:pPr>
            <a:r>
              <a:rPr lang="en-US" sz="2400" b="1" dirty="0">
                <a:solidFill>
                  <a:schemeClr val="bg1"/>
                </a:solidFill>
              </a:rPr>
              <a:t>Stations &amp; Chargers Management: Implemented station and charger creation, status tracking (Available, Occupied, Maintenance), search filters, and an admin Undo feature powered by a custom Stack.</a:t>
            </a:r>
            <a:endParaRPr lang="ar-EG" sz="2400" b="1" dirty="0">
              <a:solidFill>
                <a:schemeClr val="bg1"/>
              </a:solidFill>
            </a:endParaRPr>
          </a:p>
          <a:p>
            <a:pPr marL="342900" indent="-342900">
              <a:buFont typeface="Arial" panose="020B0604020202020204" pitchFamily="34" charset="0"/>
              <a:buChar char="•"/>
            </a:pPr>
            <a:endParaRPr lang="ar-EG" sz="2400" b="1" dirty="0">
              <a:solidFill>
                <a:schemeClr val="bg1"/>
              </a:solidFill>
            </a:endParaRPr>
          </a:p>
          <a:p>
            <a:pPr marL="342900" indent="-342900">
              <a:buFont typeface="Arial" panose="020B0604020202020204" pitchFamily="34" charset="0"/>
              <a:buChar char="•"/>
            </a:pPr>
            <a:r>
              <a:rPr lang="en-US" sz="2400" b="1" dirty="0">
                <a:solidFill>
                  <a:schemeClr val="bg1"/>
                </a:solidFill>
              </a:rPr>
              <a:t>Smart Booking &amp; Waiting List: Developed conflict-prevention booking validation, greedy slot assignment, and a first-in, first-out (FIFO) Queue for automated waiting list management and slot promotions.</a:t>
            </a:r>
            <a:endParaRPr lang="ar-EG" sz="2400" b="1" dirty="0">
              <a:solidFill>
                <a:schemeClr val="bg1"/>
              </a:solidFill>
            </a:endParaRPr>
          </a:p>
          <a:p>
            <a:pPr marL="342900" indent="-342900">
              <a:buFont typeface="Arial" panose="020B0604020202020204" pitchFamily="34" charset="0"/>
              <a:buChar char="•"/>
            </a:pPr>
            <a:endParaRPr lang="ar-EG" sz="2400" b="1" dirty="0">
              <a:solidFill>
                <a:schemeClr val="bg1"/>
              </a:solidFill>
            </a:endParaRPr>
          </a:p>
          <a:p>
            <a:pPr marL="342900" indent="-342900">
              <a:buFont typeface="Arial" panose="020B0604020202020204" pitchFamily="34" charset="0"/>
              <a:buChar char="•"/>
            </a:pPr>
            <a:r>
              <a:rPr lang="en-US" sz="2400" b="1" dirty="0">
                <a:solidFill>
                  <a:schemeClr val="bg1"/>
                </a:solidFill>
              </a:rPr>
              <a:t>Session Lifecycle &amp; Battery Monitor: Built charging session tracking to separate planned vs. actual times, recorded simulated energy consumption, sorted history via Merge Sort, and integrated driver battery estimates.</a:t>
            </a:r>
            <a:endParaRPr lang="ar-EG" sz="2400" b="1" dirty="0">
              <a:solidFill>
                <a:schemeClr val="bg1"/>
              </a:solidFill>
            </a:endParaRPr>
          </a:p>
          <a:p>
            <a:pPr marL="342900" indent="-342900">
              <a:buFont typeface="Arial" panose="020B0604020202020204" pitchFamily="34" charset="0"/>
              <a:buChar char="•"/>
            </a:pPr>
            <a:endParaRPr lang="ar-EG" sz="2400" b="1" dirty="0">
              <a:solidFill>
                <a:schemeClr val="bg1"/>
              </a:solidFill>
            </a:endParaRPr>
          </a:p>
          <a:p>
            <a:pPr marL="342900" indent="-342900">
              <a:buFont typeface="Arial" panose="020B0604020202020204" pitchFamily="34" charset="0"/>
              <a:buChar char="•"/>
            </a:pPr>
            <a:r>
              <a:rPr lang="en-US" sz="2400" b="1" dirty="0">
                <a:solidFill>
                  <a:schemeClr val="bg1"/>
                </a:solidFill>
              </a:rPr>
              <a:t>Analytics Dashboard &amp; Security: Created Pandas-based data cleaning reports and utilization metrics, supported by secure authentication, email verification, and role-based access control (RBAC).</a:t>
            </a:r>
            <a:endParaRPr lang="ar-EG" sz="2400" b="1" dirty="0">
              <a:solidFill>
                <a:schemeClr val="bg1"/>
              </a:solidFill>
            </a:endParaRPr>
          </a:p>
          <a:p>
            <a:pPr marL="342900" indent="-342900">
              <a:buFont typeface="Arial" panose="020B0604020202020204" pitchFamily="34" charset="0"/>
              <a:buChar char="•"/>
            </a:pPr>
            <a:endParaRPr lang="ar-EG" sz="2400" b="1" dirty="0">
              <a:solidFill>
                <a:schemeClr val="bg1"/>
              </a:solidFill>
            </a:endParaRPr>
          </a:p>
          <a:p>
            <a:pPr marL="342900" indent="-342900">
              <a:buFont typeface="Arial" panose="020B0604020202020204" pitchFamily="34" charset="0"/>
              <a:buChar char="•"/>
            </a:pPr>
            <a:r>
              <a:rPr lang="en-US" sz="2400" b="1" dirty="0">
                <a:solidFill>
                  <a:schemeClr val="bg1"/>
                </a:solidFill>
              </a:rPr>
              <a:t>Smart Station Recommendation: Allows drivers to input personal trip data—such as remaining driving range and desired charging time—enabling the system to intelligently rank and recommend the best available station based on distance, wait times, and charger power.</a:t>
            </a:r>
            <a:endParaRPr lang="ar-EG" sz="2400" b="1" dirty="0">
              <a:solidFill>
                <a:schemeClr val="bg1"/>
              </a:solidFill>
            </a:endParaRPr>
          </a:p>
        </p:txBody>
      </p:sp>
    </p:spTree>
    <p:extLst>
      <p:ext uri="{BB962C8B-B14F-4D97-AF65-F5344CB8AC3E}">
        <p14:creationId xmlns:p14="http://schemas.microsoft.com/office/powerpoint/2010/main" val="15988219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41"/>
                                        </p:tgtEl>
                                        <p:attrNameLst>
                                          <p:attrName>style.visibility</p:attrName>
                                        </p:attrNameLst>
                                      </p:cBhvr>
                                      <p:to>
                                        <p:strVal val="visible"/>
                                      </p:to>
                                    </p:set>
                                    <p:animEffect transition="in" filter="wipe(up)">
                                      <p:cBhvr>
                                        <p:cTn id="7" dur="1000"/>
                                        <p:tgtEl>
                                          <p:spTgt spid="41"/>
                                        </p:tgtEl>
                                      </p:cBhvr>
                                    </p:animEffect>
                                  </p:childTnLst>
                                </p:cTn>
                              </p:par>
                              <p:par>
                                <p:cTn id="8" presetID="22" presetClass="entr" presetSubtype="1"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wipe(up)">
                                      <p:cBhvr>
                                        <p:cTn id="10"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F676F02-7ABE-8ECA-04A5-CB247D767A5B}"/>
              </a:ext>
            </a:extLst>
          </p:cNvPr>
          <p:cNvSpPr txBox="1"/>
          <p:nvPr/>
        </p:nvSpPr>
        <p:spPr>
          <a:xfrm>
            <a:off x="907774" y="1469335"/>
            <a:ext cx="9220200" cy="1107996"/>
          </a:xfrm>
          <a:prstGeom prst="rect">
            <a:avLst/>
          </a:prstGeom>
          <a:noFill/>
        </p:spPr>
        <p:txBody>
          <a:bodyPr wrap="square">
            <a:spAutoFit/>
          </a:bodyPr>
          <a:lstStyle/>
          <a:p>
            <a:r>
              <a:rPr lang="en-US" sz="6600" b="1" dirty="0">
                <a:solidFill>
                  <a:schemeClr val="lt1"/>
                </a:solidFill>
              </a:rPr>
              <a:t>Data Model</a:t>
            </a:r>
          </a:p>
        </p:txBody>
      </p:sp>
      <p:sp>
        <p:nvSpPr>
          <p:cNvPr id="2" name="TextBox 1">
            <a:extLst>
              <a:ext uri="{FF2B5EF4-FFF2-40B4-BE49-F238E27FC236}">
                <a16:creationId xmlns:a16="http://schemas.microsoft.com/office/drawing/2014/main" id="{565CA3FC-6695-BB7D-353A-63E580A4E2A8}"/>
              </a:ext>
            </a:extLst>
          </p:cNvPr>
          <p:cNvSpPr txBox="1"/>
          <p:nvPr/>
        </p:nvSpPr>
        <p:spPr>
          <a:xfrm>
            <a:off x="1066800" y="2705100"/>
            <a:ext cx="16306800" cy="6001643"/>
          </a:xfrm>
          <a:prstGeom prst="rect">
            <a:avLst/>
          </a:prstGeom>
          <a:noFill/>
        </p:spPr>
        <p:txBody>
          <a:bodyPr wrap="square" rtlCol="0">
            <a:spAutoFit/>
          </a:bodyPr>
          <a:lstStyle/>
          <a:p>
            <a:pPr marL="342900" indent="-342900">
              <a:buFont typeface="Arial" panose="020B0604020202020204" pitchFamily="34" charset="0"/>
              <a:buChar char="•"/>
            </a:pPr>
            <a:r>
              <a:rPr lang="en-US" altLang="en-US" sz="2400" b="1" dirty="0">
                <a:solidFill>
                  <a:schemeClr val="bg1"/>
                </a:solidFill>
              </a:rPr>
              <a:t>Core Classes &amp; Object Models (models/): The system relies on an Object-Oriented Programming (OOP) design featuring key classes such as Station, Charger (with specialized </a:t>
            </a:r>
            <a:r>
              <a:rPr lang="en-US" altLang="en-US" sz="2400" b="1" dirty="0" err="1">
                <a:solidFill>
                  <a:schemeClr val="bg1"/>
                </a:solidFill>
              </a:rPr>
              <a:t>ACCharger</a:t>
            </a:r>
            <a:r>
              <a:rPr lang="en-US" altLang="en-US" sz="2400" b="1" dirty="0">
                <a:solidFill>
                  <a:schemeClr val="bg1"/>
                </a:solidFill>
              </a:rPr>
              <a:t> and </a:t>
            </a:r>
            <a:r>
              <a:rPr lang="en-US" altLang="en-US" sz="2400" b="1" dirty="0" err="1">
                <a:solidFill>
                  <a:schemeClr val="bg1"/>
                </a:solidFill>
              </a:rPr>
              <a:t>DCCharger</a:t>
            </a:r>
            <a:r>
              <a:rPr lang="en-US" altLang="en-US" sz="2400" b="1" dirty="0">
                <a:solidFill>
                  <a:schemeClr val="bg1"/>
                </a:solidFill>
              </a:rPr>
              <a:t> subclasses), Booking, </a:t>
            </a:r>
            <a:r>
              <a:rPr lang="en-US" altLang="en-US" sz="2400" b="1" dirty="0" err="1">
                <a:solidFill>
                  <a:schemeClr val="bg1"/>
                </a:solidFill>
              </a:rPr>
              <a:t>ChargingSession</a:t>
            </a:r>
            <a:r>
              <a:rPr lang="en-US" altLang="en-US" sz="2400" b="1" dirty="0">
                <a:solidFill>
                  <a:schemeClr val="bg1"/>
                </a:solidFill>
              </a:rPr>
              <a:t>, and User roles.</a:t>
            </a:r>
            <a:endParaRPr lang="ar-EG" altLang="en-US" sz="2400" b="1" dirty="0">
              <a:solidFill>
                <a:schemeClr val="bg1"/>
              </a:solidFill>
            </a:endParaRPr>
          </a:p>
          <a:p>
            <a:pPr marL="342900" indent="-342900">
              <a:buFont typeface="Arial" panose="020B0604020202020204" pitchFamily="34" charset="0"/>
              <a:buChar char="•"/>
            </a:pPr>
            <a:endParaRPr lang="en-US" sz="2400" b="1" dirty="0">
              <a:solidFill>
                <a:schemeClr val="bg1"/>
              </a:solidFill>
            </a:endParaRPr>
          </a:p>
          <a:p>
            <a:pPr marL="342900" indent="-342900">
              <a:buFont typeface="Arial" panose="020B0604020202020204" pitchFamily="34" charset="0"/>
              <a:buChar char="•"/>
            </a:pPr>
            <a:r>
              <a:rPr lang="en-US" sz="2400" b="1" dirty="0">
                <a:solidFill>
                  <a:schemeClr val="bg1"/>
                </a:solidFill>
              </a:rPr>
              <a:t>Entity Relationships &amp; Linking: Stations contain collections of chargers, bookings are tied to specific stations and chargers with strict overlap prevention, and confirmed bookings seamlessly transition into active charging sessions to record actual metrics.</a:t>
            </a:r>
            <a:endParaRPr lang="ar-EG" sz="2400" b="1" dirty="0">
              <a:solidFill>
                <a:schemeClr val="bg1"/>
              </a:solidFill>
            </a:endParaRPr>
          </a:p>
          <a:p>
            <a:pPr marL="342900" indent="-342900">
              <a:buFont typeface="Arial" panose="020B0604020202020204" pitchFamily="34" charset="0"/>
              <a:buChar char="•"/>
            </a:pPr>
            <a:endParaRPr lang="en-US" sz="2400" b="1" dirty="0">
              <a:solidFill>
                <a:schemeClr val="bg1"/>
              </a:solidFill>
            </a:endParaRPr>
          </a:p>
          <a:p>
            <a:pPr marL="342900" indent="-342900">
              <a:buFont typeface="Arial" panose="020B0604020202020204" pitchFamily="34" charset="0"/>
              <a:buChar char="•"/>
            </a:pPr>
            <a:r>
              <a:rPr lang="en-US" sz="2400" b="1" dirty="0">
                <a:solidFill>
                  <a:schemeClr val="bg1"/>
                </a:solidFill>
              </a:rPr>
              <a:t>Persistent Data Storage: All system data—including station catalogs, user profiles, and transaction logs—is securely serialized and stored using JSON and CSV files to ensure data persistence across application restarts.</a:t>
            </a:r>
            <a:endParaRPr lang="ar-EG" sz="2400" b="1" dirty="0">
              <a:solidFill>
                <a:schemeClr val="bg1"/>
              </a:solidFill>
            </a:endParaRPr>
          </a:p>
          <a:p>
            <a:pPr marL="342900" indent="-342900">
              <a:buFont typeface="Arial" panose="020B0604020202020204" pitchFamily="34" charset="0"/>
              <a:buChar char="•"/>
            </a:pPr>
            <a:endParaRPr lang="en-US" sz="2400" b="1" dirty="0">
              <a:solidFill>
                <a:schemeClr val="bg1"/>
              </a:solidFill>
            </a:endParaRPr>
          </a:p>
          <a:p>
            <a:pPr marL="342900" indent="-342900">
              <a:buFont typeface="Arial" panose="020B0604020202020204" pitchFamily="34" charset="0"/>
              <a:buChar char="•"/>
            </a:pPr>
            <a:r>
              <a:rPr lang="en-US" sz="2400" b="1" dirty="0">
                <a:solidFill>
                  <a:schemeClr val="bg1"/>
                </a:solidFill>
              </a:rPr>
              <a:t>Supporting Data Structures: The models are backed by custom data structures including a Hash Table for instant ID lookups, a Stack for tracking administrative changes and enabling Undo operations, and a FIFO Queue for waiting list management.</a:t>
            </a:r>
            <a:endParaRPr lang="ar-EG" sz="2400" b="1" dirty="0">
              <a:solidFill>
                <a:schemeClr val="bg1"/>
              </a:solidFill>
            </a:endParaRPr>
          </a:p>
          <a:p>
            <a:pPr marL="342900" indent="-342900">
              <a:buFont typeface="Arial" panose="020B0604020202020204" pitchFamily="34" charset="0"/>
              <a:buChar char="•"/>
            </a:pPr>
            <a:endParaRPr lang="en-US" sz="2400" b="1" dirty="0">
              <a:solidFill>
                <a:schemeClr val="bg1"/>
              </a:solidFill>
            </a:endParaRPr>
          </a:p>
          <a:p>
            <a:pPr marL="342900" indent="-342900">
              <a:buFont typeface="Arial" panose="020B0604020202020204" pitchFamily="34" charset="0"/>
              <a:buChar char="•"/>
            </a:pPr>
            <a:r>
              <a:rPr lang="en-US" sz="2400" b="1" dirty="0">
                <a:solidFill>
                  <a:schemeClr val="bg1"/>
                </a:solidFill>
              </a:rPr>
              <a:t>Data Processing &amp; Pandas Integration: Historical records and datasets are structured into Pandas </a:t>
            </a:r>
            <a:r>
              <a:rPr lang="en-US" sz="2400" b="1" dirty="0" err="1">
                <a:solidFill>
                  <a:schemeClr val="bg1"/>
                </a:solidFill>
              </a:rPr>
              <a:t>DataFrames</a:t>
            </a:r>
            <a:r>
              <a:rPr lang="en-US" sz="2400" b="1" dirty="0">
                <a:solidFill>
                  <a:schemeClr val="bg1"/>
                </a:solidFill>
              </a:rPr>
              <a:t> to facilitate data cleaning reports, metric aggregations, and deep analytical processing.</a:t>
            </a:r>
          </a:p>
        </p:txBody>
      </p:sp>
    </p:spTree>
    <p:extLst>
      <p:ext uri="{BB962C8B-B14F-4D97-AF65-F5344CB8AC3E}">
        <p14:creationId xmlns:p14="http://schemas.microsoft.com/office/powerpoint/2010/main" val="12476748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F676F02-7ABE-8ECA-04A5-CB247D767A5B}"/>
              </a:ext>
            </a:extLst>
          </p:cNvPr>
          <p:cNvSpPr txBox="1"/>
          <p:nvPr/>
        </p:nvSpPr>
        <p:spPr>
          <a:xfrm>
            <a:off x="907774" y="1469335"/>
            <a:ext cx="9220200" cy="1107996"/>
          </a:xfrm>
          <a:prstGeom prst="rect">
            <a:avLst/>
          </a:prstGeom>
          <a:noFill/>
        </p:spPr>
        <p:txBody>
          <a:bodyPr wrap="square">
            <a:spAutoFit/>
          </a:bodyPr>
          <a:lstStyle/>
          <a:p>
            <a:r>
              <a:rPr lang="en-US" sz="6600" b="1" dirty="0">
                <a:solidFill>
                  <a:schemeClr val="bg1"/>
                </a:solidFill>
                <a:latin typeface="Arial"/>
                <a:ea typeface="Arial"/>
                <a:cs typeface="Arial"/>
              </a:rPr>
              <a:t>Results and Insights</a:t>
            </a:r>
          </a:p>
        </p:txBody>
      </p:sp>
      <p:sp>
        <p:nvSpPr>
          <p:cNvPr id="2" name="TextBox 1">
            <a:extLst>
              <a:ext uri="{FF2B5EF4-FFF2-40B4-BE49-F238E27FC236}">
                <a16:creationId xmlns:a16="http://schemas.microsoft.com/office/drawing/2014/main" id="{565CA3FC-6695-BB7D-353A-63E580A4E2A8}"/>
              </a:ext>
            </a:extLst>
          </p:cNvPr>
          <p:cNvSpPr txBox="1"/>
          <p:nvPr/>
        </p:nvSpPr>
        <p:spPr>
          <a:xfrm>
            <a:off x="1066800" y="2705100"/>
            <a:ext cx="16306800" cy="4216539"/>
          </a:xfrm>
          <a:prstGeom prst="rect">
            <a:avLst/>
          </a:prstGeom>
          <a:noFill/>
        </p:spPr>
        <p:txBody>
          <a:bodyPr wrap="square" rtlCol="0">
            <a:spAutoFit/>
          </a:bodyPr>
          <a:lstStyle/>
          <a:p>
            <a:pPr marL="457200" indent="-457200">
              <a:spcAft>
                <a:spcPts val="1600"/>
              </a:spcAft>
              <a:buClr>
                <a:schemeClr val="bg1"/>
              </a:buClr>
              <a:buFont typeface="Arial" panose="020B0604020202020204" pitchFamily="34" charset="0"/>
              <a:buChar char="•"/>
            </a:pPr>
            <a:r>
              <a:rPr lang="en-US" sz="2800" b="1" dirty="0">
                <a:solidFill>
                  <a:schemeClr val="bg1"/>
                </a:solidFill>
              </a:rPr>
              <a:t>Comprehensive Data Cleaning &amp; Validation: </a:t>
            </a:r>
            <a:r>
              <a:rPr lang="en-US" sz="2400" dirty="0">
                <a:solidFill>
                  <a:schemeClr val="bg1"/>
                </a:solidFill>
              </a:rPr>
              <a:t>Successfully ingested and cleaned synthetic datasets containing deliberately injected defects, achieving a 100% detection and correction rate for missing and invalid records.</a:t>
            </a:r>
            <a:endParaRPr lang="ar-EG" sz="2400" dirty="0">
              <a:solidFill>
                <a:schemeClr val="bg1"/>
              </a:solidFill>
            </a:endParaRPr>
          </a:p>
          <a:p>
            <a:pPr marL="342900" indent="-342900">
              <a:buClr>
                <a:schemeClr val="bg1"/>
              </a:buClr>
              <a:buFont typeface="Arial" panose="020B0604020202020204" pitchFamily="34" charset="0"/>
              <a:buChar char="•"/>
            </a:pPr>
            <a:endParaRPr lang="en-US" sz="2400" b="1" dirty="0">
              <a:solidFill>
                <a:schemeClr val="bg1"/>
              </a:solidFill>
            </a:endParaRPr>
          </a:p>
          <a:p>
            <a:pPr marL="457200" indent="-457200">
              <a:spcAft>
                <a:spcPts val="1600"/>
              </a:spcAft>
              <a:buClr>
                <a:schemeClr val="bg1"/>
              </a:buClr>
              <a:buFont typeface="Arial" panose="020B0604020202020204" pitchFamily="34" charset="0"/>
              <a:buChar char="•"/>
            </a:pPr>
            <a:r>
              <a:rPr lang="en-US" sz="2800" b="1" dirty="0">
                <a:solidFill>
                  <a:schemeClr val="bg1"/>
                </a:solidFill>
              </a:rPr>
              <a:t>Key Performance Metrics &amp; Analytics: </a:t>
            </a:r>
            <a:r>
              <a:rPr lang="en-US" sz="2400" dirty="0">
                <a:solidFill>
                  <a:schemeClr val="bg1"/>
                </a:solidFill>
              </a:rPr>
              <a:t>Generated actionable operational insights and KPI dashboards using Pandas, tracking peak demand hours, charger utilization rates, cancellation frequencies, and average waiting times across stations.</a:t>
            </a:r>
            <a:endParaRPr lang="ar-EG" sz="2400" dirty="0">
              <a:solidFill>
                <a:schemeClr val="bg1"/>
              </a:solidFill>
            </a:endParaRPr>
          </a:p>
          <a:p>
            <a:pPr marL="342900" indent="-342900">
              <a:buClr>
                <a:schemeClr val="bg1"/>
              </a:buClr>
              <a:buFont typeface="Arial" panose="020B0604020202020204" pitchFamily="34" charset="0"/>
              <a:buChar char="•"/>
            </a:pPr>
            <a:endParaRPr lang="en-US" sz="2400" b="1" dirty="0">
              <a:solidFill>
                <a:schemeClr val="bg1"/>
              </a:solidFill>
            </a:endParaRPr>
          </a:p>
          <a:p>
            <a:pPr marL="457200" indent="-457200">
              <a:spcAft>
                <a:spcPts val="1600"/>
              </a:spcAft>
              <a:buClr>
                <a:schemeClr val="bg1"/>
              </a:buClr>
              <a:buFont typeface="Arial" panose="020B0604020202020204" pitchFamily="34" charset="0"/>
              <a:buChar char="•"/>
            </a:pPr>
            <a:r>
              <a:rPr lang="en-US" sz="2800" b="1" dirty="0">
                <a:solidFill>
                  <a:schemeClr val="bg1"/>
                </a:solidFill>
              </a:rPr>
              <a:t>Algorithmic Efficiency &amp; Reliability: </a:t>
            </a:r>
            <a:r>
              <a:rPr lang="en-US" sz="2400" dirty="0">
                <a:solidFill>
                  <a:schemeClr val="bg1"/>
                </a:solidFill>
              </a:rPr>
              <a:t>Validated the high performance of custom algorithms and data structures through 325 automated tests, demonstrating optimal time complexities for searching, sorting, and greedy slot scheduling.</a:t>
            </a:r>
          </a:p>
          <a:p>
            <a:pPr marL="342900" indent="-342900">
              <a:buClr>
                <a:schemeClr val="bg1"/>
              </a:buClr>
              <a:buFont typeface="Arial" panose="020B0604020202020204" pitchFamily="34" charset="0"/>
              <a:buChar char="•"/>
            </a:pPr>
            <a:endParaRPr lang="en-US" sz="2400" b="1" dirty="0">
              <a:solidFill>
                <a:schemeClr val="bg1"/>
              </a:solidFill>
            </a:endParaRPr>
          </a:p>
        </p:txBody>
      </p:sp>
    </p:spTree>
    <p:extLst>
      <p:ext uri="{BB962C8B-B14F-4D97-AF65-F5344CB8AC3E}">
        <p14:creationId xmlns:p14="http://schemas.microsoft.com/office/powerpoint/2010/main" val="262143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F676F02-7ABE-8ECA-04A5-CB247D767A5B}"/>
              </a:ext>
            </a:extLst>
          </p:cNvPr>
          <p:cNvSpPr txBox="1"/>
          <p:nvPr/>
        </p:nvSpPr>
        <p:spPr>
          <a:xfrm>
            <a:off x="907774" y="1469335"/>
            <a:ext cx="9220200" cy="1107996"/>
          </a:xfrm>
          <a:prstGeom prst="rect">
            <a:avLst/>
          </a:prstGeom>
          <a:noFill/>
        </p:spPr>
        <p:txBody>
          <a:bodyPr wrap="square">
            <a:spAutoFit/>
          </a:bodyPr>
          <a:lstStyle/>
          <a:p>
            <a:r>
              <a:rPr lang="en-US" sz="6600" b="1" dirty="0">
                <a:solidFill>
                  <a:schemeClr val="bg1"/>
                </a:solidFill>
                <a:latin typeface="Arial"/>
                <a:ea typeface="Arial"/>
                <a:cs typeface="Arial"/>
              </a:rPr>
              <a:t>Conclusion</a:t>
            </a:r>
          </a:p>
        </p:txBody>
      </p:sp>
      <p:sp>
        <p:nvSpPr>
          <p:cNvPr id="2" name="TextBox 1">
            <a:extLst>
              <a:ext uri="{FF2B5EF4-FFF2-40B4-BE49-F238E27FC236}">
                <a16:creationId xmlns:a16="http://schemas.microsoft.com/office/drawing/2014/main" id="{565CA3FC-6695-BB7D-353A-63E580A4E2A8}"/>
              </a:ext>
            </a:extLst>
          </p:cNvPr>
          <p:cNvSpPr txBox="1"/>
          <p:nvPr/>
        </p:nvSpPr>
        <p:spPr>
          <a:xfrm>
            <a:off x="1066800" y="2705100"/>
            <a:ext cx="16306800" cy="2267287"/>
          </a:xfrm>
          <a:prstGeom prst="rect">
            <a:avLst/>
          </a:prstGeom>
          <a:noFill/>
        </p:spPr>
        <p:txBody>
          <a:bodyPr wrap="square" rtlCol="0">
            <a:spAutoFit/>
          </a:bodyPr>
          <a:lstStyle/>
          <a:p>
            <a:pPr marL="457200" indent="-457200">
              <a:spcAft>
                <a:spcPts val="1600"/>
              </a:spcAft>
              <a:buClr>
                <a:schemeClr val="bg1"/>
              </a:buClr>
              <a:buFont typeface="Arial" panose="020B0604020202020204" pitchFamily="34" charset="0"/>
              <a:buChar char="•"/>
            </a:pPr>
            <a:r>
              <a:rPr lang="en-US" sz="2800" b="1" dirty="0">
                <a:solidFill>
                  <a:schemeClr val="bg1"/>
                </a:solidFill>
              </a:rPr>
              <a:t>Successful Project Delivery: </a:t>
            </a:r>
            <a:r>
              <a:rPr lang="en-US" sz="2400" dirty="0" err="1">
                <a:solidFill>
                  <a:schemeClr val="bg1"/>
                </a:solidFill>
              </a:rPr>
              <a:t>ChargeSpot</a:t>
            </a:r>
            <a:r>
              <a:rPr lang="en-US" sz="2400" dirty="0">
                <a:solidFill>
                  <a:schemeClr val="bg1"/>
                </a:solidFill>
              </a:rPr>
              <a:t> successfully delivers a robust, full-stack EV charging management platform featuring modular architecture, secure user authentication, and multi-role dashboards.</a:t>
            </a:r>
          </a:p>
          <a:p>
            <a:pPr marL="342900" indent="-342900">
              <a:buClr>
                <a:schemeClr val="bg1"/>
              </a:buClr>
              <a:buFont typeface="Arial" panose="020B0604020202020204" pitchFamily="34" charset="0"/>
              <a:buChar char="•"/>
            </a:pPr>
            <a:endParaRPr lang="en-US" sz="2400" b="1" dirty="0">
              <a:solidFill>
                <a:schemeClr val="bg1"/>
              </a:solidFill>
            </a:endParaRPr>
          </a:p>
          <a:p>
            <a:pPr marL="457200" indent="-457200">
              <a:spcAft>
                <a:spcPts val="1600"/>
              </a:spcAft>
              <a:buClr>
                <a:schemeClr val="bg1"/>
              </a:buClr>
              <a:buFont typeface="Arial" panose="020B0604020202020204" pitchFamily="34" charset="0"/>
              <a:buChar char="•"/>
            </a:pPr>
            <a:r>
              <a:rPr lang="en-US" sz="2800" b="1" dirty="0">
                <a:solidFill>
                  <a:schemeClr val="bg1"/>
                </a:solidFill>
              </a:rPr>
              <a:t>Core Algorithmic &amp; Analytical Impact: </a:t>
            </a:r>
            <a:r>
              <a:rPr lang="en-US" sz="2400" dirty="0">
                <a:solidFill>
                  <a:schemeClr val="bg1"/>
                </a:solidFill>
              </a:rPr>
              <a:t>The system integrates custom data structures, manual algorithms, and Pandas-driven analytics, validated through comprehensive testing to provide an efficient and scalable solution.</a:t>
            </a:r>
          </a:p>
        </p:txBody>
      </p:sp>
    </p:spTree>
    <p:extLst>
      <p:ext uri="{BB962C8B-B14F-4D97-AF65-F5344CB8AC3E}">
        <p14:creationId xmlns:p14="http://schemas.microsoft.com/office/powerpoint/2010/main" val="87683396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F676F02-7ABE-8ECA-04A5-CB247D767A5B}"/>
              </a:ext>
            </a:extLst>
          </p:cNvPr>
          <p:cNvSpPr txBox="1"/>
          <p:nvPr/>
        </p:nvSpPr>
        <p:spPr>
          <a:xfrm>
            <a:off x="907774" y="1469335"/>
            <a:ext cx="9220200" cy="1107996"/>
          </a:xfrm>
          <a:prstGeom prst="rect">
            <a:avLst/>
          </a:prstGeom>
          <a:noFill/>
        </p:spPr>
        <p:txBody>
          <a:bodyPr wrap="square">
            <a:spAutoFit/>
          </a:bodyPr>
          <a:lstStyle/>
          <a:p>
            <a:r>
              <a:rPr lang="en-US" sz="6600" b="1" dirty="0">
                <a:solidFill>
                  <a:schemeClr val="bg1"/>
                </a:solidFill>
                <a:latin typeface="Arial"/>
                <a:ea typeface="Arial"/>
                <a:cs typeface="Arial"/>
              </a:rPr>
              <a:t>Q &amp; A</a:t>
            </a:r>
          </a:p>
        </p:txBody>
      </p:sp>
      <p:sp>
        <p:nvSpPr>
          <p:cNvPr id="2" name="TextBox 1">
            <a:extLst>
              <a:ext uri="{FF2B5EF4-FFF2-40B4-BE49-F238E27FC236}">
                <a16:creationId xmlns:a16="http://schemas.microsoft.com/office/drawing/2014/main" id="{565CA3FC-6695-BB7D-353A-63E580A4E2A8}"/>
              </a:ext>
            </a:extLst>
          </p:cNvPr>
          <p:cNvSpPr txBox="1"/>
          <p:nvPr/>
        </p:nvSpPr>
        <p:spPr>
          <a:xfrm>
            <a:off x="1524000" y="4374059"/>
            <a:ext cx="14173200" cy="769441"/>
          </a:xfrm>
          <a:prstGeom prst="rect">
            <a:avLst/>
          </a:prstGeom>
          <a:noFill/>
        </p:spPr>
        <p:txBody>
          <a:bodyPr wrap="square" rtlCol="0">
            <a:spAutoFit/>
          </a:bodyPr>
          <a:lstStyle/>
          <a:p>
            <a:pPr marL="571500" indent="-571500">
              <a:spcAft>
                <a:spcPts val="1600"/>
              </a:spcAft>
              <a:buClr>
                <a:schemeClr val="bg1"/>
              </a:buClr>
              <a:buFont typeface="Wingdings" panose="05000000000000000000" pitchFamily="2" charset="2"/>
              <a:buChar char="Ø"/>
            </a:pPr>
            <a:r>
              <a:rPr lang="en-US" sz="4400" dirty="0">
                <a:solidFill>
                  <a:schemeClr val="bg1"/>
                </a:solidFill>
                <a:latin typeface="Arial"/>
                <a:ea typeface="Arial"/>
                <a:cs typeface="Arial"/>
              </a:rPr>
              <a:t>Thank you for listening — questions are welcome</a:t>
            </a:r>
          </a:p>
        </p:txBody>
      </p:sp>
    </p:spTree>
    <p:extLst>
      <p:ext uri="{BB962C8B-B14F-4D97-AF65-F5344CB8AC3E}">
        <p14:creationId xmlns:p14="http://schemas.microsoft.com/office/powerpoint/2010/main" val="422355398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1555</TotalTime>
  <Words>994</Words>
  <Application>Microsoft Office PowerPoint</Application>
  <PresentationFormat>Custom</PresentationFormat>
  <Paragraphs>137</Paragraphs>
  <Slides>16</Slides>
  <Notes>12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Myanmar Text</vt:lpstr>
      <vt:lpstr>Arial</vt:lpstr>
      <vt:lpstr>Wingdings</vt:lpstr>
      <vt:lpstr>Aptos</vt:lpstr>
      <vt:lpstr>Calibri</vt:lpstr>
      <vt:lpstr>Malgun Gothic</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Meet Our Team</dc:title>
  <dc:creator>farah walid</dc:creator>
  <cp:lastModifiedBy>Ahmed Mahmoud</cp:lastModifiedBy>
  <cp:revision>301</cp:revision>
  <dcterms:created xsi:type="dcterms:W3CDTF">2006-08-16T00:00:00Z</dcterms:created>
  <dcterms:modified xsi:type="dcterms:W3CDTF">2026-10-16T12:58:27Z</dcterms:modified>
  <dc:identifier>DAGQ85K8Zw8</dc:identifier>
</cp:coreProperties>
</file>